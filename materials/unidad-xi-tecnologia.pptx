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4"/>
  </p:notesMasterIdLst>
  <p:sldIdLst>
    <p:sldId id="423" r:id="rId2"/>
    <p:sldId id="381" r:id="rId3"/>
    <p:sldId id="456" r:id="rId4"/>
    <p:sldId id="383" r:id="rId5"/>
    <p:sldId id="449" r:id="rId6"/>
    <p:sldId id="431" r:id="rId7"/>
    <p:sldId id="435" r:id="rId8"/>
    <p:sldId id="434" r:id="rId9"/>
    <p:sldId id="440" r:id="rId10"/>
    <p:sldId id="433" r:id="rId11"/>
    <p:sldId id="437" r:id="rId12"/>
    <p:sldId id="438" r:id="rId13"/>
    <p:sldId id="432" r:id="rId14"/>
    <p:sldId id="439" r:id="rId15"/>
    <p:sldId id="442" r:id="rId16"/>
    <p:sldId id="444" r:id="rId17"/>
    <p:sldId id="443" r:id="rId18"/>
    <p:sldId id="445" r:id="rId19"/>
    <p:sldId id="446" r:id="rId20"/>
    <p:sldId id="441" r:id="rId21"/>
    <p:sldId id="457" r:id="rId22"/>
    <p:sldId id="451" r:id="rId23"/>
    <p:sldId id="450" r:id="rId24"/>
    <p:sldId id="447" r:id="rId25"/>
    <p:sldId id="454" r:id="rId26"/>
    <p:sldId id="453" r:id="rId27"/>
    <p:sldId id="452" r:id="rId28"/>
    <p:sldId id="455" r:id="rId29"/>
    <p:sldId id="459" r:id="rId30"/>
    <p:sldId id="419" r:id="rId31"/>
    <p:sldId id="458" r:id="rId32"/>
    <p:sldId id="25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EE0D99-E473-4ABE-8BB8-11250F2F452D}" v="361" dt="2024-07-10T20:42:22.8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71" autoAdjust="0"/>
    <p:restoredTop sz="94703"/>
  </p:normalViewPr>
  <p:slideViewPr>
    <p:cSldViewPr snapToGrid="0">
      <p:cViewPr varScale="1">
        <p:scale>
          <a:sx n="101" d="100"/>
          <a:sy n="101" d="100"/>
        </p:scale>
        <p:origin x="516"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Aloi Rodriguez" userId="1fdb1b46-f6a3-4e1f-970c-8ca1e3dce219" providerId="ADAL" clId="{6D8C9704-945F-4BC7-BA7B-5CBDD4E35A43}"/>
    <pc:docChg chg="custSel addSld delSld modSld">
      <pc:chgData name="Jessica Aloi Rodriguez" userId="1fdb1b46-f6a3-4e1f-970c-8ca1e3dce219" providerId="ADAL" clId="{6D8C9704-945F-4BC7-BA7B-5CBDD4E35A43}" dt="2024-07-01T23:05:45.332" v="21" actId="47"/>
      <pc:docMkLst>
        <pc:docMk/>
      </pc:docMkLst>
      <pc:sldChg chg="modSp mod">
        <pc:chgData name="Jessica Aloi Rodriguez" userId="1fdb1b46-f6a3-4e1f-970c-8ca1e3dce219" providerId="ADAL" clId="{6D8C9704-945F-4BC7-BA7B-5CBDD4E35A43}" dt="2024-07-01T22:29:03.694" v="7" actId="20577"/>
        <pc:sldMkLst>
          <pc:docMk/>
          <pc:sldMk cId="1660431818" sldId="440"/>
        </pc:sldMkLst>
        <pc:spChg chg="mod">
          <ac:chgData name="Jessica Aloi Rodriguez" userId="1fdb1b46-f6a3-4e1f-970c-8ca1e3dce219" providerId="ADAL" clId="{6D8C9704-945F-4BC7-BA7B-5CBDD4E35A43}" dt="2024-07-01T22:29:03.694" v="7" actId="20577"/>
          <ac:spMkLst>
            <pc:docMk/>
            <pc:sldMk cId="1660431818" sldId="440"/>
            <ac:spMk id="11" creationId="{8E1D0CD2-625D-BD4A-B0AD-81EB5764A550}"/>
          </ac:spMkLst>
        </pc:spChg>
      </pc:sldChg>
      <pc:sldChg chg="modSp mod">
        <pc:chgData name="Jessica Aloi Rodriguez" userId="1fdb1b46-f6a3-4e1f-970c-8ca1e3dce219" providerId="ADAL" clId="{6D8C9704-945F-4BC7-BA7B-5CBDD4E35A43}" dt="2024-07-01T22:47:32.771" v="8" actId="20577"/>
        <pc:sldMkLst>
          <pc:docMk/>
          <pc:sldMk cId="3023823730" sldId="462"/>
        </pc:sldMkLst>
        <pc:spChg chg="mod">
          <ac:chgData name="Jessica Aloi Rodriguez" userId="1fdb1b46-f6a3-4e1f-970c-8ca1e3dce219" providerId="ADAL" clId="{6D8C9704-945F-4BC7-BA7B-5CBDD4E35A43}" dt="2024-07-01T22:47:32.771" v="8" actId="20577"/>
          <ac:spMkLst>
            <pc:docMk/>
            <pc:sldMk cId="3023823730" sldId="462"/>
            <ac:spMk id="11" creationId="{8E1D0CD2-625D-BD4A-B0AD-81EB5764A550}"/>
          </ac:spMkLst>
        </pc:spChg>
      </pc:sldChg>
      <pc:sldChg chg="modSp mod">
        <pc:chgData name="Jessica Aloi Rodriguez" userId="1fdb1b46-f6a3-4e1f-970c-8ca1e3dce219" providerId="ADAL" clId="{6D8C9704-945F-4BC7-BA7B-5CBDD4E35A43}" dt="2024-07-01T22:56:59.697" v="10" actId="20577"/>
        <pc:sldMkLst>
          <pc:docMk/>
          <pc:sldMk cId="512766105" sldId="475"/>
        </pc:sldMkLst>
        <pc:spChg chg="mod">
          <ac:chgData name="Jessica Aloi Rodriguez" userId="1fdb1b46-f6a3-4e1f-970c-8ca1e3dce219" providerId="ADAL" clId="{6D8C9704-945F-4BC7-BA7B-5CBDD4E35A43}" dt="2024-07-01T22:56:59.697" v="10" actId="20577"/>
          <ac:spMkLst>
            <pc:docMk/>
            <pc:sldMk cId="512766105" sldId="475"/>
            <ac:spMk id="2" creationId="{0D96B799-3CCB-E574-AF9B-CC854B8DEB55}"/>
          </ac:spMkLst>
        </pc:spChg>
      </pc:sldChg>
      <pc:sldChg chg="new">
        <pc:chgData name="Jessica Aloi Rodriguez" userId="1fdb1b46-f6a3-4e1f-970c-8ca1e3dce219" providerId="ADAL" clId="{6D8C9704-945F-4BC7-BA7B-5CBDD4E35A43}" dt="2024-07-01T23:04:33.820" v="11" actId="680"/>
        <pc:sldMkLst>
          <pc:docMk/>
          <pc:sldMk cId="646739620" sldId="481"/>
        </pc:sldMkLst>
      </pc:sldChg>
      <pc:sldChg chg="delSp modSp new del mod">
        <pc:chgData name="Jessica Aloi Rodriguez" userId="1fdb1b46-f6a3-4e1f-970c-8ca1e3dce219" providerId="ADAL" clId="{6D8C9704-945F-4BC7-BA7B-5CBDD4E35A43}" dt="2024-07-01T23:05:45.332" v="21" actId="47"/>
        <pc:sldMkLst>
          <pc:docMk/>
          <pc:sldMk cId="3611387493" sldId="482"/>
        </pc:sldMkLst>
        <pc:spChg chg="del">
          <ac:chgData name="Jessica Aloi Rodriguez" userId="1fdb1b46-f6a3-4e1f-970c-8ca1e3dce219" providerId="ADAL" clId="{6D8C9704-945F-4BC7-BA7B-5CBDD4E35A43}" dt="2024-07-01T23:04:59.220" v="13" actId="478"/>
          <ac:spMkLst>
            <pc:docMk/>
            <pc:sldMk cId="3611387493" sldId="482"/>
            <ac:spMk id="2" creationId="{74DF7B2C-92B6-0C98-0F2C-9F2E88ED12D3}"/>
          </ac:spMkLst>
        </pc:spChg>
        <pc:spChg chg="del mod">
          <ac:chgData name="Jessica Aloi Rodriguez" userId="1fdb1b46-f6a3-4e1f-970c-8ca1e3dce219" providerId="ADAL" clId="{6D8C9704-945F-4BC7-BA7B-5CBDD4E35A43}" dt="2024-07-01T23:05:03.450" v="16" actId="478"/>
          <ac:spMkLst>
            <pc:docMk/>
            <pc:sldMk cId="3611387493" sldId="482"/>
            <ac:spMk id="3" creationId="{C7B36715-99CB-7165-08EC-45B01932D4AA}"/>
          </ac:spMkLst>
        </pc:spChg>
      </pc:sldChg>
      <pc:sldChg chg="add del">
        <pc:chgData name="Jessica Aloi Rodriguez" userId="1fdb1b46-f6a3-4e1f-970c-8ca1e3dce219" providerId="ADAL" clId="{6D8C9704-945F-4BC7-BA7B-5CBDD4E35A43}" dt="2024-07-01T23:05:41.832" v="19" actId="47"/>
        <pc:sldMkLst>
          <pc:docMk/>
          <pc:sldMk cId="3463072263" sldId="483"/>
        </pc:sldMkLst>
      </pc:sldChg>
      <pc:sldChg chg="add del">
        <pc:chgData name="Jessica Aloi Rodriguez" userId="1fdb1b46-f6a3-4e1f-970c-8ca1e3dce219" providerId="ADAL" clId="{6D8C9704-945F-4BC7-BA7B-5CBDD4E35A43}" dt="2024-07-01T23:05:42.758" v="20" actId="47"/>
        <pc:sldMkLst>
          <pc:docMk/>
          <pc:sldMk cId="901159484" sldId="484"/>
        </pc:sldMkLst>
      </pc:sldChg>
    </pc:docChg>
  </pc:docChgLst>
  <pc:docChgLst>
    <pc:chgData name="Jessica Aloi Rodriguez" userId="1fdb1b46-f6a3-4e1f-970c-8ca1e3dce219" providerId="ADAL" clId="{CEEE0D99-E473-4ABE-8BB8-11250F2F452D}"/>
    <pc:docChg chg="undo custSel addSld delSld modSld sldOrd">
      <pc:chgData name="Jessica Aloi Rodriguez" userId="1fdb1b46-f6a3-4e1f-970c-8ca1e3dce219" providerId="ADAL" clId="{CEEE0D99-E473-4ABE-8BB8-11250F2F452D}" dt="2024-07-10T20:45:25.973" v="5176" actId="1076"/>
      <pc:docMkLst>
        <pc:docMk/>
      </pc:docMkLst>
      <pc:sldChg chg="modSp add del mod">
        <pc:chgData name="Jessica Aloi Rodriguez" userId="1fdb1b46-f6a3-4e1f-970c-8ca1e3dce219" providerId="ADAL" clId="{CEEE0D99-E473-4ABE-8BB8-11250F2F452D}" dt="2024-07-08T14:55:03.470" v="1211" actId="47"/>
        <pc:sldMkLst>
          <pc:docMk/>
          <pc:sldMk cId="1481867651" sldId="258"/>
        </pc:sldMkLst>
        <pc:spChg chg="mod">
          <ac:chgData name="Jessica Aloi Rodriguez" userId="1fdb1b46-f6a3-4e1f-970c-8ca1e3dce219" providerId="ADAL" clId="{CEEE0D99-E473-4ABE-8BB8-11250F2F452D}" dt="2024-07-08T14:54:56.548" v="1208" actId="20577"/>
          <ac:spMkLst>
            <pc:docMk/>
            <pc:sldMk cId="1481867651" sldId="258"/>
            <ac:spMk id="3" creationId="{1D9DF532-AADA-2DDE-ED2D-E339659E213C}"/>
          </ac:spMkLst>
        </pc:spChg>
      </pc:sldChg>
      <pc:sldChg chg="del">
        <pc:chgData name="Jessica Aloi Rodriguez" userId="1fdb1b46-f6a3-4e1f-970c-8ca1e3dce219" providerId="ADAL" clId="{CEEE0D99-E473-4ABE-8BB8-11250F2F452D}" dt="2024-07-08T14:53:34.627" v="1156" actId="47"/>
        <pc:sldMkLst>
          <pc:docMk/>
          <pc:sldMk cId="612738600" sldId="367"/>
        </pc:sldMkLst>
      </pc:sldChg>
      <pc:sldChg chg="modSp mod">
        <pc:chgData name="Jessica Aloi Rodriguez" userId="1fdb1b46-f6a3-4e1f-970c-8ca1e3dce219" providerId="ADAL" clId="{CEEE0D99-E473-4ABE-8BB8-11250F2F452D}" dt="2024-07-08T14:53:32.374" v="1155"/>
        <pc:sldMkLst>
          <pc:docMk/>
          <pc:sldMk cId="749628448" sldId="381"/>
        </pc:sldMkLst>
        <pc:spChg chg="mod">
          <ac:chgData name="Jessica Aloi Rodriguez" userId="1fdb1b46-f6a3-4e1f-970c-8ca1e3dce219" providerId="ADAL" clId="{CEEE0D99-E473-4ABE-8BB8-11250F2F452D}" dt="2024-07-01T15:39:45.160" v="157" actId="13926"/>
          <ac:spMkLst>
            <pc:docMk/>
            <pc:sldMk cId="749628448" sldId="381"/>
            <ac:spMk id="2" creationId="{AE545717-1E68-644D-327B-804C14E49689}"/>
          </ac:spMkLst>
        </pc:spChg>
        <pc:spChg chg="mod">
          <ac:chgData name="Jessica Aloi Rodriguez" userId="1fdb1b46-f6a3-4e1f-970c-8ca1e3dce219" providerId="ADAL" clId="{CEEE0D99-E473-4ABE-8BB8-11250F2F452D}" dt="2024-07-08T14:53:32.374" v="1155"/>
          <ac:spMkLst>
            <pc:docMk/>
            <pc:sldMk cId="749628448" sldId="381"/>
            <ac:spMk id="7" creationId="{E3B88604-D5C1-DD5C-0309-B0D54367BCA1}"/>
          </ac:spMkLst>
        </pc:spChg>
      </pc:sldChg>
      <pc:sldChg chg="modSp mod">
        <pc:chgData name="Jessica Aloi Rodriguez" userId="1fdb1b46-f6a3-4e1f-970c-8ca1e3dce219" providerId="ADAL" clId="{CEEE0D99-E473-4ABE-8BB8-11250F2F452D}" dt="2024-07-08T15:21:01.975" v="1557" actId="20577"/>
        <pc:sldMkLst>
          <pc:docMk/>
          <pc:sldMk cId="942208866" sldId="383"/>
        </pc:sldMkLst>
        <pc:spChg chg="mod">
          <ac:chgData name="Jessica Aloi Rodriguez" userId="1fdb1b46-f6a3-4e1f-970c-8ca1e3dce219" providerId="ADAL" clId="{CEEE0D99-E473-4ABE-8BB8-11250F2F452D}" dt="2024-07-08T15:21:01.975" v="1557" actId="20577"/>
          <ac:spMkLst>
            <pc:docMk/>
            <pc:sldMk cId="942208866" sldId="383"/>
            <ac:spMk id="2" creationId="{AE545717-1E68-644D-327B-804C14E49689}"/>
          </ac:spMkLst>
        </pc:spChg>
      </pc:sldChg>
      <pc:sldChg chg="modSp mod">
        <pc:chgData name="Jessica Aloi Rodriguez" userId="1fdb1b46-f6a3-4e1f-970c-8ca1e3dce219" providerId="ADAL" clId="{CEEE0D99-E473-4ABE-8BB8-11250F2F452D}" dt="2024-07-10T20:33:41.612" v="5155" actId="20577"/>
        <pc:sldMkLst>
          <pc:docMk/>
          <pc:sldMk cId="1850413272" sldId="419"/>
        </pc:sldMkLst>
        <pc:spChg chg="mod">
          <ac:chgData name="Jessica Aloi Rodriguez" userId="1fdb1b46-f6a3-4e1f-970c-8ca1e3dce219" providerId="ADAL" clId="{CEEE0D99-E473-4ABE-8BB8-11250F2F452D}" dt="2024-07-10T20:33:41.612" v="5155" actId="20577"/>
          <ac:spMkLst>
            <pc:docMk/>
            <pc:sldMk cId="1850413272" sldId="419"/>
            <ac:spMk id="2" creationId="{E8584618-1E64-4BB6-1FBB-D5F8F1F99936}"/>
          </ac:spMkLst>
        </pc:spChg>
      </pc:sldChg>
      <pc:sldChg chg="modSp mod">
        <pc:chgData name="Jessica Aloi Rodriguez" userId="1fdb1b46-f6a3-4e1f-970c-8ca1e3dce219" providerId="ADAL" clId="{CEEE0D99-E473-4ABE-8BB8-11250F2F452D}" dt="2024-07-08T14:53:23.175" v="1154" actId="20577"/>
        <pc:sldMkLst>
          <pc:docMk/>
          <pc:sldMk cId="2549507071" sldId="423"/>
        </pc:sldMkLst>
        <pc:spChg chg="mod">
          <ac:chgData name="Jessica Aloi Rodriguez" userId="1fdb1b46-f6a3-4e1f-970c-8ca1e3dce219" providerId="ADAL" clId="{CEEE0D99-E473-4ABE-8BB8-11250F2F452D}" dt="2024-07-08T14:53:23.175" v="1154" actId="20577"/>
          <ac:spMkLst>
            <pc:docMk/>
            <pc:sldMk cId="2549507071" sldId="423"/>
            <ac:spMk id="2" creationId="{E8584618-1E64-4BB6-1FBB-D5F8F1F99936}"/>
          </ac:spMkLst>
        </pc:spChg>
      </pc:sldChg>
      <pc:sldChg chg="addSp delSp modSp mod modAnim">
        <pc:chgData name="Jessica Aloi Rodriguez" userId="1fdb1b46-f6a3-4e1f-970c-8ca1e3dce219" providerId="ADAL" clId="{CEEE0D99-E473-4ABE-8BB8-11250F2F452D}" dt="2024-07-10T20:07:14.111" v="5060"/>
        <pc:sldMkLst>
          <pc:docMk/>
          <pc:sldMk cId="1971126231" sldId="431"/>
        </pc:sldMkLst>
        <pc:spChg chg="mod">
          <ac:chgData name="Jessica Aloi Rodriguez" userId="1fdb1b46-f6a3-4e1f-970c-8ca1e3dce219" providerId="ADAL" clId="{CEEE0D99-E473-4ABE-8BB8-11250F2F452D}" dt="2024-07-08T15:38:23.782" v="1860" actId="404"/>
          <ac:spMkLst>
            <pc:docMk/>
            <pc:sldMk cId="1971126231" sldId="431"/>
            <ac:spMk id="7" creationId="{E3B88604-D5C1-DD5C-0309-B0D54367BCA1}"/>
          </ac:spMkLst>
        </pc:spChg>
        <pc:spChg chg="mod">
          <ac:chgData name="Jessica Aloi Rodriguez" userId="1fdb1b46-f6a3-4e1f-970c-8ca1e3dce219" providerId="ADAL" clId="{CEEE0D99-E473-4ABE-8BB8-11250F2F452D}" dt="2024-07-08T15:31:37.392" v="1740" actId="1076"/>
          <ac:spMkLst>
            <pc:docMk/>
            <pc:sldMk cId="1971126231" sldId="431"/>
            <ac:spMk id="9" creationId="{1EB85B53-8129-B041-9289-275261E245DA}"/>
          </ac:spMkLst>
        </pc:spChg>
        <pc:spChg chg="mod">
          <ac:chgData name="Jessica Aloi Rodriguez" userId="1fdb1b46-f6a3-4e1f-970c-8ca1e3dce219" providerId="ADAL" clId="{CEEE0D99-E473-4ABE-8BB8-11250F2F452D}" dt="2024-07-08T15:27:27.506" v="1683" actId="20577"/>
          <ac:spMkLst>
            <pc:docMk/>
            <pc:sldMk cId="1971126231" sldId="431"/>
            <ac:spMk id="11" creationId="{8E1D0CD2-625D-BD4A-B0AD-81EB5764A550}"/>
          </ac:spMkLst>
        </pc:spChg>
        <pc:spChg chg="add mod">
          <ac:chgData name="Jessica Aloi Rodriguez" userId="1fdb1b46-f6a3-4e1f-970c-8ca1e3dce219" providerId="ADAL" clId="{CEEE0D99-E473-4ABE-8BB8-11250F2F452D}" dt="2024-07-08T15:31:50.971" v="1742" actId="1076"/>
          <ac:spMkLst>
            <pc:docMk/>
            <pc:sldMk cId="1971126231" sldId="431"/>
            <ac:spMk id="15" creationId="{71F7FD50-2902-2EE0-589A-5CCB2445FE63}"/>
          </ac:spMkLst>
        </pc:spChg>
        <pc:spChg chg="add mod ord">
          <ac:chgData name="Jessica Aloi Rodriguez" userId="1fdb1b46-f6a3-4e1f-970c-8ca1e3dce219" providerId="ADAL" clId="{CEEE0D99-E473-4ABE-8BB8-11250F2F452D}" dt="2024-07-08T15:31:57.677" v="1743" actId="1076"/>
          <ac:spMkLst>
            <pc:docMk/>
            <pc:sldMk cId="1971126231" sldId="431"/>
            <ac:spMk id="16" creationId="{41FC1174-BBB6-6F48-6352-4CF2F3AE2646}"/>
          </ac:spMkLst>
        </pc:spChg>
        <pc:picChg chg="add mod">
          <ac:chgData name="Jessica Aloi Rodriguez" userId="1fdb1b46-f6a3-4e1f-970c-8ca1e3dce219" providerId="ADAL" clId="{CEEE0D99-E473-4ABE-8BB8-11250F2F452D}" dt="2024-07-08T15:27:38.127" v="1688" actId="1076"/>
          <ac:picMkLst>
            <pc:docMk/>
            <pc:sldMk cId="1971126231" sldId="431"/>
            <ac:picMk id="2" creationId="{3DF7CDBD-4423-4D97-6B5A-62E84BE4AE2A}"/>
          </ac:picMkLst>
        </pc:picChg>
        <pc:picChg chg="add mod">
          <ac:chgData name="Jessica Aloi Rodriguez" userId="1fdb1b46-f6a3-4e1f-970c-8ca1e3dce219" providerId="ADAL" clId="{CEEE0D99-E473-4ABE-8BB8-11250F2F452D}" dt="2024-07-08T15:29:38.194" v="1697" actId="1076"/>
          <ac:picMkLst>
            <pc:docMk/>
            <pc:sldMk cId="1971126231" sldId="431"/>
            <ac:picMk id="3" creationId="{05A648D0-C245-3346-2021-2A3A0B67BA67}"/>
          </ac:picMkLst>
        </pc:picChg>
        <pc:picChg chg="add mod">
          <ac:chgData name="Jessica Aloi Rodriguez" userId="1fdb1b46-f6a3-4e1f-970c-8ca1e3dce219" providerId="ADAL" clId="{CEEE0D99-E473-4ABE-8BB8-11250F2F452D}" dt="2024-07-08T15:31:57.677" v="1743" actId="1076"/>
          <ac:picMkLst>
            <pc:docMk/>
            <pc:sldMk cId="1971126231" sldId="431"/>
            <ac:picMk id="4" creationId="{FF078C53-3577-5969-63D3-4A30913CEE91}"/>
          </ac:picMkLst>
        </pc:picChg>
        <pc:picChg chg="add del mod">
          <ac:chgData name="Jessica Aloi Rodriguez" userId="1fdb1b46-f6a3-4e1f-970c-8ca1e3dce219" providerId="ADAL" clId="{CEEE0D99-E473-4ABE-8BB8-11250F2F452D}" dt="2024-07-08T15:29:24.287" v="1692" actId="478"/>
          <ac:picMkLst>
            <pc:docMk/>
            <pc:sldMk cId="1971126231" sldId="431"/>
            <ac:picMk id="5" creationId="{0DE960E3-1AAB-9C1E-899B-7E958FC285B4}"/>
          </ac:picMkLst>
        </pc:picChg>
        <pc:picChg chg="add mod">
          <ac:chgData name="Jessica Aloi Rodriguez" userId="1fdb1b46-f6a3-4e1f-970c-8ca1e3dce219" providerId="ADAL" clId="{CEEE0D99-E473-4ABE-8BB8-11250F2F452D}" dt="2024-07-08T15:31:50.971" v="1742" actId="1076"/>
          <ac:picMkLst>
            <pc:docMk/>
            <pc:sldMk cId="1971126231" sldId="431"/>
            <ac:picMk id="13" creationId="{6B009EB4-947A-77D5-AA2C-902F8708B549}"/>
          </ac:picMkLst>
        </pc:picChg>
        <pc:picChg chg="del">
          <ac:chgData name="Jessica Aloi Rodriguez" userId="1fdb1b46-f6a3-4e1f-970c-8ca1e3dce219" providerId="ADAL" clId="{CEEE0D99-E473-4ABE-8BB8-11250F2F452D}" dt="2024-07-08T14:54:02.290" v="1167" actId="478"/>
          <ac:picMkLst>
            <pc:docMk/>
            <pc:sldMk cId="1971126231" sldId="431"/>
            <ac:picMk id="1026" creationId="{A0BA4AD0-A1C6-004C-8223-AB43CE6F0762}"/>
          </ac:picMkLst>
        </pc:picChg>
        <pc:picChg chg="add">
          <ac:chgData name="Jessica Aloi Rodriguez" userId="1fdb1b46-f6a3-4e1f-970c-8ca1e3dce219" providerId="ADAL" clId="{CEEE0D99-E473-4ABE-8BB8-11250F2F452D}" dt="2024-07-08T15:34:30.945" v="1744"/>
          <ac:picMkLst>
            <pc:docMk/>
            <pc:sldMk cId="1971126231" sldId="431"/>
            <ac:picMk id="1028" creationId="{20F07E7F-27B8-E83C-8737-1C0E94EE1A18}"/>
          </ac:picMkLst>
        </pc:picChg>
      </pc:sldChg>
      <pc:sldChg chg="addSp modSp add mod">
        <pc:chgData name="Jessica Aloi Rodriguez" userId="1fdb1b46-f6a3-4e1f-970c-8ca1e3dce219" providerId="ADAL" clId="{CEEE0D99-E473-4ABE-8BB8-11250F2F452D}" dt="2024-07-08T16:32:06.384" v="2472" actId="14100"/>
        <pc:sldMkLst>
          <pc:docMk/>
          <pc:sldMk cId="2964971855" sldId="432"/>
        </pc:sldMkLst>
        <pc:spChg chg="mod">
          <ac:chgData name="Jessica Aloi Rodriguez" userId="1fdb1b46-f6a3-4e1f-970c-8ca1e3dce219" providerId="ADAL" clId="{CEEE0D99-E473-4ABE-8BB8-11250F2F452D}" dt="2024-07-08T16:16:35.076" v="2389" actId="20577"/>
          <ac:spMkLst>
            <pc:docMk/>
            <pc:sldMk cId="2964971855" sldId="432"/>
            <ac:spMk id="7" creationId="{E3B88604-D5C1-DD5C-0309-B0D54367BCA1}"/>
          </ac:spMkLst>
        </pc:spChg>
        <pc:spChg chg="mod">
          <ac:chgData name="Jessica Aloi Rodriguez" userId="1fdb1b46-f6a3-4e1f-970c-8ca1e3dce219" providerId="ADAL" clId="{CEEE0D99-E473-4ABE-8BB8-11250F2F452D}" dt="2024-07-08T16:32:06.384" v="2472" actId="14100"/>
          <ac:spMkLst>
            <pc:docMk/>
            <pc:sldMk cId="2964971855" sldId="432"/>
            <ac:spMk id="11" creationId="{8E1D0CD2-625D-BD4A-B0AD-81EB5764A550}"/>
          </ac:spMkLst>
        </pc:spChg>
        <pc:picChg chg="add mod">
          <ac:chgData name="Jessica Aloi Rodriguez" userId="1fdb1b46-f6a3-4e1f-970c-8ca1e3dce219" providerId="ADAL" clId="{CEEE0D99-E473-4ABE-8BB8-11250F2F452D}" dt="2024-07-08T16:20:31.999" v="2399" actId="14100"/>
          <ac:picMkLst>
            <pc:docMk/>
            <pc:sldMk cId="2964971855" sldId="432"/>
            <ac:picMk id="3" creationId="{12B7796A-43D5-4B91-E723-3BD2AC5E2175}"/>
          </ac:picMkLst>
        </pc:picChg>
      </pc:sldChg>
      <pc:sldChg chg="addSp modSp add mod">
        <pc:chgData name="Jessica Aloi Rodriguez" userId="1fdb1b46-f6a3-4e1f-970c-8ca1e3dce219" providerId="ADAL" clId="{CEEE0D99-E473-4ABE-8BB8-11250F2F452D}" dt="2024-07-10T20:12:34.507" v="5091" actId="1038"/>
        <pc:sldMkLst>
          <pc:docMk/>
          <pc:sldMk cId="1458259117" sldId="433"/>
        </pc:sldMkLst>
        <pc:spChg chg="add mod">
          <ac:chgData name="Jessica Aloi Rodriguez" userId="1fdb1b46-f6a3-4e1f-970c-8ca1e3dce219" providerId="ADAL" clId="{CEEE0D99-E473-4ABE-8BB8-11250F2F452D}" dt="2024-07-10T20:12:34.507" v="5091" actId="1038"/>
          <ac:spMkLst>
            <pc:docMk/>
            <pc:sldMk cId="1458259117" sldId="433"/>
            <ac:spMk id="2" creationId="{4215F7C3-2863-6662-5542-5F351435A65F}"/>
          </ac:spMkLst>
        </pc:spChg>
        <pc:spChg chg="add mod">
          <ac:chgData name="Jessica Aloi Rodriguez" userId="1fdb1b46-f6a3-4e1f-970c-8ca1e3dce219" providerId="ADAL" clId="{CEEE0D99-E473-4ABE-8BB8-11250F2F452D}" dt="2024-07-10T20:12:34.507" v="5091" actId="1038"/>
          <ac:spMkLst>
            <pc:docMk/>
            <pc:sldMk cId="1458259117" sldId="433"/>
            <ac:spMk id="3" creationId="{BB654A90-3DDE-AEBD-872A-9B0B3190B086}"/>
          </ac:spMkLst>
        </pc:spChg>
        <pc:spChg chg="mod">
          <ac:chgData name="Jessica Aloi Rodriguez" userId="1fdb1b46-f6a3-4e1f-970c-8ca1e3dce219" providerId="ADAL" clId="{CEEE0D99-E473-4ABE-8BB8-11250F2F452D}" dt="2024-07-08T15:58:02.199" v="2161"/>
          <ac:spMkLst>
            <pc:docMk/>
            <pc:sldMk cId="1458259117" sldId="433"/>
            <ac:spMk id="7" creationId="{E3B88604-D5C1-DD5C-0309-B0D54367BCA1}"/>
          </ac:spMkLst>
        </pc:spChg>
        <pc:spChg chg="mod">
          <ac:chgData name="Jessica Aloi Rodriguez" userId="1fdb1b46-f6a3-4e1f-970c-8ca1e3dce219" providerId="ADAL" clId="{CEEE0D99-E473-4ABE-8BB8-11250F2F452D}" dt="2024-07-08T17:31:43.334" v="2688" actId="1076"/>
          <ac:spMkLst>
            <pc:docMk/>
            <pc:sldMk cId="1458259117" sldId="433"/>
            <ac:spMk id="11" creationId="{8E1D0CD2-625D-BD4A-B0AD-81EB5764A550}"/>
          </ac:spMkLst>
        </pc:spChg>
        <pc:picChg chg="add mod">
          <ac:chgData name="Jessica Aloi Rodriguez" userId="1fdb1b46-f6a3-4e1f-970c-8ca1e3dce219" providerId="ADAL" clId="{CEEE0D99-E473-4ABE-8BB8-11250F2F452D}" dt="2024-07-10T20:12:34.507" v="5091" actId="1038"/>
          <ac:picMkLst>
            <pc:docMk/>
            <pc:sldMk cId="1458259117" sldId="433"/>
            <ac:picMk id="2050" creationId="{AD8E8C44-47D5-C790-CC09-7E7186BE349E}"/>
          </ac:picMkLst>
        </pc:picChg>
      </pc:sldChg>
      <pc:sldChg chg="modSp del mod">
        <pc:chgData name="Jessica Aloi Rodriguez" userId="1fdb1b46-f6a3-4e1f-970c-8ca1e3dce219" providerId="ADAL" clId="{CEEE0D99-E473-4ABE-8BB8-11250F2F452D}" dt="2024-07-08T14:54:28.371" v="1184" actId="47"/>
        <pc:sldMkLst>
          <pc:docMk/>
          <pc:sldMk cId="2357199631" sldId="433"/>
        </pc:sldMkLst>
        <pc:spChg chg="mod">
          <ac:chgData name="Jessica Aloi Rodriguez" userId="1fdb1b46-f6a3-4e1f-970c-8ca1e3dce219" providerId="ADAL" clId="{CEEE0D99-E473-4ABE-8BB8-11250F2F452D}" dt="2024-07-01T15:59:58.486" v="301" actId="20577"/>
          <ac:spMkLst>
            <pc:docMk/>
            <pc:sldMk cId="2357199631" sldId="433"/>
            <ac:spMk id="11" creationId="{8E1D0CD2-625D-BD4A-B0AD-81EB5764A550}"/>
          </ac:spMkLst>
        </pc:spChg>
      </pc:sldChg>
      <pc:sldChg chg="del">
        <pc:chgData name="Jessica Aloi Rodriguez" userId="1fdb1b46-f6a3-4e1f-970c-8ca1e3dce219" providerId="ADAL" clId="{CEEE0D99-E473-4ABE-8BB8-11250F2F452D}" dt="2024-07-08T14:54:26.956" v="1181" actId="47"/>
        <pc:sldMkLst>
          <pc:docMk/>
          <pc:sldMk cId="315205689" sldId="434"/>
        </pc:sldMkLst>
      </pc:sldChg>
      <pc:sldChg chg="addSp modSp add mod modAnim">
        <pc:chgData name="Jessica Aloi Rodriguez" userId="1fdb1b46-f6a3-4e1f-970c-8ca1e3dce219" providerId="ADAL" clId="{CEEE0D99-E473-4ABE-8BB8-11250F2F452D}" dt="2024-07-08T15:52:06.794" v="1962" actId="14861"/>
        <pc:sldMkLst>
          <pc:docMk/>
          <pc:sldMk cId="3298430767" sldId="434"/>
        </pc:sldMkLst>
        <pc:spChg chg="mod">
          <ac:chgData name="Jessica Aloi Rodriguez" userId="1fdb1b46-f6a3-4e1f-970c-8ca1e3dce219" providerId="ADAL" clId="{CEEE0D99-E473-4ABE-8BB8-11250F2F452D}" dt="2024-07-08T15:46:31.728" v="1954" actId="1076"/>
          <ac:spMkLst>
            <pc:docMk/>
            <pc:sldMk cId="3298430767" sldId="434"/>
            <ac:spMk id="6" creationId="{DE646588-22C5-5E7B-8AEB-CFE250C9AD16}"/>
          </ac:spMkLst>
        </pc:spChg>
        <pc:spChg chg="mod">
          <ac:chgData name="Jessica Aloi Rodriguez" userId="1fdb1b46-f6a3-4e1f-970c-8ca1e3dce219" providerId="ADAL" clId="{CEEE0D99-E473-4ABE-8BB8-11250F2F452D}" dt="2024-07-08T15:38:33.960" v="1862" actId="20577"/>
          <ac:spMkLst>
            <pc:docMk/>
            <pc:sldMk cId="3298430767" sldId="434"/>
            <ac:spMk id="7" creationId="{E3B88604-D5C1-DD5C-0309-B0D54367BCA1}"/>
          </ac:spMkLst>
        </pc:spChg>
        <pc:spChg chg="mod">
          <ac:chgData name="Jessica Aloi Rodriguez" userId="1fdb1b46-f6a3-4e1f-970c-8ca1e3dce219" providerId="ADAL" clId="{CEEE0D99-E473-4ABE-8BB8-11250F2F452D}" dt="2024-07-08T15:46:40.321" v="1957" actId="14100"/>
          <ac:spMkLst>
            <pc:docMk/>
            <pc:sldMk cId="3298430767" sldId="434"/>
            <ac:spMk id="11" creationId="{8E1D0CD2-625D-BD4A-B0AD-81EB5764A550}"/>
          </ac:spMkLst>
        </pc:spChg>
        <pc:picChg chg="add mod">
          <ac:chgData name="Jessica Aloi Rodriguez" userId="1fdb1b46-f6a3-4e1f-970c-8ca1e3dce219" providerId="ADAL" clId="{CEEE0D99-E473-4ABE-8BB8-11250F2F452D}" dt="2024-07-08T15:52:06.794" v="1962" actId="14861"/>
          <ac:picMkLst>
            <pc:docMk/>
            <pc:sldMk cId="3298430767" sldId="434"/>
            <ac:picMk id="3" creationId="{CC0C608A-4047-60E7-835F-FD9CE46A7A05}"/>
          </ac:picMkLst>
        </pc:picChg>
      </pc:sldChg>
      <pc:sldChg chg="modSp add mod">
        <pc:chgData name="Jessica Aloi Rodriguez" userId="1fdb1b46-f6a3-4e1f-970c-8ca1e3dce219" providerId="ADAL" clId="{CEEE0D99-E473-4ABE-8BB8-11250F2F452D}" dt="2024-07-08T15:37:04.052" v="1823" actId="113"/>
        <pc:sldMkLst>
          <pc:docMk/>
          <pc:sldMk cId="70837147" sldId="435"/>
        </pc:sldMkLst>
        <pc:spChg chg="mod">
          <ac:chgData name="Jessica Aloi Rodriguez" userId="1fdb1b46-f6a3-4e1f-970c-8ca1e3dce219" providerId="ADAL" clId="{CEEE0D99-E473-4ABE-8BB8-11250F2F452D}" dt="2024-07-08T15:34:38.129" v="1745"/>
          <ac:spMkLst>
            <pc:docMk/>
            <pc:sldMk cId="70837147" sldId="435"/>
            <ac:spMk id="7" creationId="{E3B88604-D5C1-DD5C-0309-B0D54367BCA1}"/>
          </ac:spMkLst>
        </pc:spChg>
        <pc:spChg chg="mod">
          <ac:chgData name="Jessica Aloi Rodriguez" userId="1fdb1b46-f6a3-4e1f-970c-8ca1e3dce219" providerId="ADAL" clId="{CEEE0D99-E473-4ABE-8BB8-11250F2F452D}" dt="2024-07-08T15:37:04.052" v="1823" actId="113"/>
          <ac:spMkLst>
            <pc:docMk/>
            <pc:sldMk cId="70837147" sldId="435"/>
            <ac:spMk id="11" creationId="{8E1D0CD2-625D-BD4A-B0AD-81EB5764A550}"/>
          </ac:spMkLst>
        </pc:spChg>
      </pc:sldChg>
      <pc:sldChg chg="del">
        <pc:chgData name="Jessica Aloi Rodriguez" userId="1fdb1b46-f6a3-4e1f-970c-8ca1e3dce219" providerId="ADAL" clId="{CEEE0D99-E473-4ABE-8BB8-11250F2F452D}" dt="2024-07-08T14:54:26.439" v="1180" actId="47"/>
        <pc:sldMkLst>
          <pc:docMk/>
          <pc:sldMk cId="482319108" sldId="435"/>
        </pc:sldMkLst>
      </pc:sldChg>
      <pc:sldChg chg="del">
        <pc:chgData name="Jessica Aloi Rodriguez" userId="1fdb1b46-f6a3-4e1f-970c-8ca1e3dce219" providerId="ADAL" clId="{CEEE0D99-E473-4ABE-8BB8-11250F2F452D}" dt="2024-07-08T14:54:23.574" v="1178" actId="47"/>
        <pc:sldMkLst>
          <pc:docMk/>
          <pc:sldMk cId="142947627" sldId="436"/>
        </pc:sldMkLst>
      </pc:sldChg>
      <pc:sldChg chg="modSp add del mod modShow">
        <pc:chgData name="Jessica Aloi Rodriguez" userId="1fdb1b46-f6a3-4e1f-970c-8ca1e3dce219" providerId="ADAL" clId="{CEEE0D99-E473-4ABE-8BB8-11250F2F452D}" dt="2024-07-09T20:02:59.201" v="4951" actId="47"/>
        <pc:sldMkLst>
          <pc:docMk/>
          <pc:sldMk cId="1728328570" sldId="436"/>
        </pc:sldMkLst>
        <pc:spChg chg="mod">
          <ac:chgData name="Jessica Aloi Rodriguez" userId="1fdb1b46-f6a3-4e1f-970c-8ca1e3dce219" providerId="ADAL" clId="{CEEE0D99-E473-4ABE-8BB8-11250F2F452D}" dt="2024-07-09T17:37:56.012" v="3564" actId="20577"/>
          <ac:spMkLst>
            <pc:docMk/>
            <pc:sldMk cId="1728328570" sldId="436"/>
            <ac:spMk id="2" creationId="{AE545717-1E68-644D-327B-804C14E49689}"/>
          </ac:spMkLst>
        </pc:spChg>
        <pc:spChg chg="mod">
          <ac:chgData name="Jessica Aloi Rodriguez" userId="1fdb1b46-f6a3-4e1f-970c-8ca1e3dce219" providerId="ADAL" clId="{CEEE0D99-E473-4ABE-8BB8-11250F2F452D}" dt="2024-07-08T14:56:47.703" v="1238" actId="20577"/>
          <ac:spMkLst>
            <pc:docMk/>
            <pc:sldMk cId="1728328570" sldId="436"/>
            <ac:spMk id="7" creationId="{E3B88604-D5C1-DD5C-0309-B0D54367BCA1}"/>
          </ac:spMkLst>
        </pc:spChg>
      </pc:sldChg>
      <pc:sldChg chg="addSp delSp modSp add mod">
        <pc:chgData name="Jessica Aloi Rodriguez" userId="1fdb1b46-f6a3-4e1f-970c-8ca1e3dce219" providerId="ADAL" clId="{CEEE0D99-E473-4ABE-8BB8-11250F2F452D}" dt="2024-07-10T20:13:24.953" v="5123" actId="20577"/>
        <pc:sldMkLst>
          <pc:docMk/>
          <pc:sldMk cId="1632364311" sldId="437"/>
        </pc:sldMkLst>
        <pc:spChg chg="add mod">
          <ac:chgData name="Jessica Aloi Rodriguez" userId="1fdb1b46-f6a3-4e1f-970c-8ca1e3dce219" providerId="ADAL" clId="{CEEE0D99-E473-4ABE-8BB8-11250F2F452D}" dt="2024-07-10T20:12:51.086" v="5093"/>
          <ac:spMkLst>
            <pc:docMk/>
            <pc:sldMk cId="1632364311" sldId="437"/>
            <ac:spMk id="4" creationId="{3CF3B0E5-0BF6-4DEB-9C16-DB94E4C01318}"/>
          </ac:spMkLst>
        </pc:spChg>
        <pc:spChg chg="add mod">
          <ac:chgData name="Jessica Aloi Rodriguez" userId="1fdb1b46-f6a3-4e1f-970c-8ca1e3dce219" providerId="ADAL" clId="{CEEE0D99-E473-4ABE-8BB8-11250F2F452D}" dt="2024-07-10T20:12:51.086" v="5093"/>
          <ac:spMkLst>
            <pc:docMk/>
            <pc:sldMk cId="1632364311" sldId="437"/>
            <ac:spMk id="5" creationId="{28CE1F06-A174-82D1-861A-5A89E8C3F7EC}"/>
          </ac:spMkLst>
        </pc:spChg>
        <pc:spChg chg="mod">
          <ac:chgData name="Jessica Aloi Rodriguez" userId="1fdb1b46-f6a3-4e1f-970c-8ca1e3dce219" providerId="ADAL" clId="{CEEE0D99-E473-4ABE-8BB8-11250F2F452D}" dt="2024-07-08T16:02:34.413" v="2244"/>
          <ac:spMkLst>
            <pc:docMk/>
            <pc:sldMk cId="1632364311" sldId="437"/>
            <ac:spMk id="7" creationId="{E3B88604-D5C1-DD5C-0309-B0D54367BCA1}"/>
          </ac:spMkLst>
        </pc:spChg>
        <pc:spChg chg="mod">
          <ac:chgData name="Jessica Aloi Rodriguez" userId="1fdb1b46-f6a3-4e1f-970c-8ca1e3dce219" providerId="ADAL" clId="{CEEE0D99-E473-4ABE-8BB8-11250F2F452D}" dt="2024-07-10T20:13:24.953" v="5123" actId="20577"/>
          <ac:spMkLst>
            <pc:docMk/>
            <pc:sldMk cId="1632364311" sldId="437"/>
            <ac:spMk id="11" creationId="{8E1D0CD2-625D-BD4A-B0AD-81EB5764A550}"/>
          </ac:spMkLst>
        </pc:spChg>
        <pc:picChg chg="add del mod">
          <ac:chgData name="Jessica Aloi Rodriguez" userId="1fdb1b46-f6a3-4e1f-970c-8ca1e3dce219" providerId="ADAL" clId="{CEEE0D99-E473-4ABE-8BB8-11250F2F452D}" dt="2024-07-08T17:31:32.046" v="2686" actId="478"/>
          <ac:picMkLst>
            <pc:docMk/>
            <pc:sldMk cId="1632364311" sldId="437"/>
            <ac:picMk id="2" creationId="{2508B599-47D0-14C3-1290-7DC782E8F415}"/>
          </ac:picMkLst>
        </pc:picChg>
        <pc:picChg chg="add mod">
          <ac:chgData name="Jessica Aloi Rodriguez" userId="1fdb1b46-f6a3-4e1f-970c-8ca1e3dce219" providerId="ADAL" clId="{CEEE0D99-E473-4ABE-8BB8-11250F2F452D}" dt="2024-07-10T20:12:51.086" v="5093"/>
          <ac:picMkLst>
            <pc:docMk/>
            <pc:sldMk cId="1632364311" sldId="437"/>
            <ac:picMk id="2" creationId="{AC57C519-1F12-9DB8-15ED-3014A39A2173}"/>
          </ac:picMkLst>
        </pc:picChg>
        <pc:picChg chg="add del mod">
          <ac:chgData name="Jessica Aloi Rodriguez" userId="1fdb1b46-f6a3-4e1f-970c-8ca1e3dce219" providerId="ADAL" clId="{CEEE0D99-E473-4ABE-8BB8-11250F2F452D}" dt="2024-07-10T20:12:46.133" v="5092" actId="478"/>
          <ac:picMkLst>
            <pc:docMk/>
            <pc:sldMk cId="1632364311" sldId="437"/>
            <ac:picMk id="3" creationId="{A53D4CD8-FF81-030E-9EBE-BE2E6AB64BEF}"/>
          </ac:picMkLst>
        </pc:picChg>
      </pc:sldChg>
      <pc:sldChg chg="del">
        <pc:chgData name="Jessica Aloi Rodriguez" userId="1fdb1b46-f6a3-4e1f-970c-8ca1e3dce219" providerId="ADAL" clId="{CEEE0D99-E473-4ABE-8BB8-11250F2F452D}" dt="2024-07-01T15:55:52.334" v="274" actId="47"/>
        <pc:sldMkLst>
          <pc:docMk/>
          <pc:sldMk cId="3703739207" sldId="437"/>
        </pc:sldMkLst>
      </pc:sldChg>
      <pc:sldChg chg="addSp modSp add mod">
        <pc:chgData name="Jessica Aloi Rodriguez" userId="1fdb1b46-f6a3-4e1f-970c-8ca1e3dce219" providerId="ADAL" clId="{CEEE0D99-E473-4ABE-8BB8-11250F2F452D}" dt="2024-07-08T16:31:31.905" v="2468" actId="115"/>
        <pc:sldMkLst>
          <pc:docMk/>
          <pc:sldMk cId="2568193943" sldId="438"/>
        </pc:sldMkLst>
        <pc:spChg chg="mod">
          <ac:chgData name="Jessica Aloi Rodriguez" userId="1fdb1b46-f6a3-4e1f-970c-8ca1e3dce219" providerId="ADAL" clId="{CEEE0D99-E473-4ABE-8BB8-11250F2F452D}" dt="2024-07-08T16:16:26.661" v="2365" actId="20577"/>
          <ac:spMkLst>
            <pc:docMk/>
            <pc:sldMk cId="2568193943" sldId="438"/>
            <ac:spMk id="7" creationId="{E3B88604-D5C1-DD5C-0309-B0D54367BCA1}"/>
          </ac:spMkLst>
        </pc:spChg>
        <pc:spChg chg="mod">
          <ac:chgData name="Jessica Aloi Rodriguez" userId="1fdb1b46-f6a3-4e1f-970c-8ca1e3dce219" providerId="ADAL" clId="{CEEE0D99-E473-4ABE-8BB8-11250F2F452D}" dt="2024-07-08T16:31:31.905" v="2468" actId="115"/>
          <ac:spMkLst>
            <pc:docMk/>
            <pc:sldMk cId="2568193943" sldId="438"/>
            <ac:spMk id="11" creationId="{8E1D0CD2-625D-BD4A-B0AD-81EB5764A550}"/>
          </ac:spMkLst>
        </pc:spChg>
        <pc:picChg chg="add mod">
          <ac:chgData name="Jessica Aloi Rodriguez" userId="1fdb1b46-f6a3-4e1f-970c-8ca1e3dce219" providerId="ADAL" clId="{CEEE0D99-E473-4ABE-8BB8-11250F2F452D}" dt="2024-07-08T16:20:05.152" v="2394" actId="1076"/>
          <ac:picMkLst>
            <pc:docMk/>
            <pc:sldMk cId="2568193943" sldId="438"/>
            <ac:picMk id="3" creationId="{AA0BA5AA-B8C8-C4FE-7DB0-B1914F89D189}"/>
          </ac:picMkLst>
        </pc:picChg>
      </pc:sldChg>
      <pc:sldChg chg="del modAnim">
        <pc:chgData name="Jessica Aloi Rodriguez" userId="1fdb1b46-f6a3-4e1f-970c-8ca1e3dce219" providerId="ADAL" clId="{CEEE0D99-E473-4ABE-8BB8-11250F2F452D}" dt="2024-07-08T14:54:23.045" v="1177" actId="47"/>
        <pc:sldMkLst>
          <pc:docMk/>
          <pc:sldMk cId="3703124592" sldId="438"/>
        </pc:sldMkLst>
      </pc:sldChg>
      <pc:sldChg chg="modSp del mod">
        <pc:chgData name="Jessica Aloi Rodriguez" userId="1fdb1b46-f6a3-4e1f-970c-8ca1e3dce219" providerId="ADAL" clId="{CEEE0D99-E473-4ABE-8BB8-11250F2F452D}" dt="2024-07-08T14:54:29.756" v="1187" actId="47"/>
        <pc:sldMkLst>
          <pc:docMk/>
          <pc:sldMk cId="1947041732" sldId="439"/>
        </pc:sldMkLst>
        <pc:spChg chg="mod">
          <ac:chgData name="Jessica Aloi Rodriguez" userId="1fdb1b46-f6a3-4e1f-970c-8ca1e3dce219" providerId="ADAL" clId="{CEEE0D99-E473-4ABE-8BB8-11250F2F452D}" dt="2024-07-01T16:02:01.690" v="308" actId="1035"/>
          <ac:spMkLst>
            <pc:docMk/>
            <pc:sldMk cId="1947041732" sldId="439"/>
            <ac:spMk id="9" creationId="{1EB85B53-8129-B041-9289-275261E245DA}"/>
          </ac:spMkLst>
        </pc:spChg>
        <pc:spChg chg="mod">
          <ac:chgData name="Jessica Aloi Rodriguez" userId="1fdb1b46-f6a3-4e1f-970c-8ca1e3dce219" providerId="ADAL" clId="{CEEE0D99-E473-4ABE-8BB8-11250F2F452D}" dt="2024-07-01T19:15:10.435" v="1134" actId="20577"/>
          <ac:spMkLst>
            <pc:docMk/>
            <pc:sldMk cId="1947041732" sldId="439"/>
            <ac:spMk id="11" creationId="{8E1D0CD2-625D-BD4A-B0AD-81EB5764A550}"/>
          </ac:spMkLst>
        </pc:spChg>
      </pc:sldChg>
      <pc:sldChg chg="addSp delSp modSp add mod modAnim modShow">
        <pc:chgData name="Jessica Aloi Rodriguez" userId="1fdb1b46-f6a3-4e1f-970c-8ca1e3dce219" providerId="ADAL" clId="{CEEE0D99-E473-4ABE-8BB8-11250F2F452D}" dt="2024-07-09T16:22:03.007" v="3320"/>
        <pc:sldMkLst>
          <pc:docMk/>
          <pc:sldMk cId="3772433459" sldId="439"/>
        </pc:sldMkLst>
        <pc:spChg chg="add del mod">
          <ac:chgData name="Jessica Aloi Rodriguez" userId="1fdb1b46-f6a3-4e1f-970c-8ca1e3dce219" providerId="ADAL" clId="{CEEE0D99-E473-4ABE-8BB8-11250F2F452D}" dt="2024-07-09T16:04:48.621" v="2752" actId="478"/>
          <ac:spMkLst>
            <pc:docMk/>
            <pc:sldMk cId="3772433459" sldId="439"/>
            <ac:spMk id="3" creationId="{1C92291B-E7CD-C11C-C268-29F2B5CF20DA}"/>
          </ac:spMkLst>
        </pc:spChg>
        <pc:spChg chg="add mod">
          <ac:chgData name="Jessica Aloi Rodriguez" userId="1fdb1b46-f6a3-4e1f-970c-8ca1e3dce219" providerId="ADAL" clId="{CEEE0D99-E473-4ABE-8BB8-11250F2F452D}" dt="2024-07-09T16:20:31.273" v="3311" actId="1076"/>
          <ac:spMkLst>
            <pc:docMk/>
            <pc:sldMk cId="3772433459" sldId="439"/>
            <ac:spMk id="5" creationId="{05B4F09D-BD03-63DB-5C0A-468ABBA611A6}"/>
          </ac:spMkLst>
        </pc:spChg>
        <pc:spChg chg="mod">
          <ac:chgData name="Jessica Aloi Rodriguez" userId="1fdb1b46-f6a3-4e1f-970c-8ca1e3dce219" providerId="ADAL" clId="{CEEE0D99-E473-4ABE-8BB8-11250F2F452D}" dt="2024-07-09T16:16:59.973" v="3241" actId="1076"/>
          <ac:spMkLst>
            <pc:docMk/>
            <pc:sldMk cId="3772433459" sldId="439"/>
            <ac:spMk id="6" creationId="{DE646588-22C5-5E7B-8AEB-CFE250C9AD16}"/>
          </ac:spMkLst>
        </pc:spChg>
        <pc:spChg chg="mod">
          <ac:chgData name="Jessica Aloi Rodriguez" userId="1fdb1b46-f6a3-4e1f-970c-8ca1e3dce219" providerId="ADAL" clId="{CEEE0D99-E473-4ABE-8BB8-11250F2F452D}" dt="2024-07-08T16:32:33.964" v="2486" actId="20577"/>
          <ac:spMkLst>
            <pc:docMk/>
            <pc:sldMk cId="3772433459" sldId="439"/>
            <ac:spMk id="7" creationId="{E3B88604-D5C1-DD5C-0309-B0D54367BCA1}"/>
          </ac:spMkLst>
        </pc:spChg>
        <pc:spChg chg="mod">
          <ac:chgData name="Jessica Aloi Rodriguez" userId="1fdb1b46-f6a3-4e1f-970c-8ca1e3dce219" providerId="ADAL" clId="{CEEE0D99-E473-4ABE-8BB8-11250F2F452D}" dt="2024-07-09T16:19:07.373" v="3292" actId="113"/>
          <ac:spMkLst>
            <pc:docMk/>
            <pc:sldMk cId="3772433459" sldId="439"/>
            <ac:spMk id="11" creationId="{8E1D0CD2-625D-BD4A-B0AD-81EB5764A550}"/>
          </ac:spMkLst>
        </pc:spChg>
        <pc:spChg chg="add mod">
          <ac:chgData name="Jessica Aloi Rodriguez" userId="1fdb1b46-f6a3-4e1f-970c-8ca1e3dce219" providerId="ADAL" clId="{CEEE0D99-E473-4ABE-8BB8-11250F2F452D}" dt="2024-07-09T16:19:58.215" v="3304" actId="1076"/>
          <ac:spMkLst>
            <pc:docMk/>
            <pc:sldMk cId="3772433459" sldId="439"/>
            <ac:spMk id="13" creationId="{357D87B4-1431-9860-80BF-DB0DB56C202A}"/>
          </ac:spMkLst>
        </pc:spChg>
        <pc:spChg chg="add mod">
          <ac:chgData name="Jessica Aloi Rodriguez" userId="1fdb1b46-f6a3-4e1f-970c-8ca1e3dce219" providerId="ADAL" clId="{CEEE0D99-E473-4ABE-8BB8-11250F2F452D}" dt="2024-07-09T16:20:28.628" v="3310" actId="1076"/>
          <ac:spMkLst>
            <pc:docMk/>
            <pc:sldMk cId="3772433459" sldId="439"/>
            <ac:spMk id="15" creationId="{02DB31BC-E9A2-DF55-B603-FC8B05A4D29F}"/>
          </ac:spMkLst>
        </pc:spChg>
        <pc:spChg chg="add mod">
          <ac:chgData name="Jessica Aloi Rodriguez" userId="1fdb1b46-f6a3-4e1f-970c-8ca1e3dce219" providerId="ADAL" clId="{CEEE0D99-E473-4ABE-8BB8-11250F2F452D}" dt="2024-07-09T16:20:07.841" v="3305" actId="207"/>
          <ac:spMkLst>
            <pc:docMk/>
            <pc:sldMk cId="3772433459" sldId="439"/>
            <ac:spMk id="16" creationId="{5F1822B1-953D-D10C-2122-3EEFC4A71F13}"/>
          </ac:spMkLst>
        </pc:spChg>
        <pc:spChg chg="add mod">
          <ac:chgData name="Jessica Aloi Rodriguez" userId="1fdb1b46-f6a3-4e1f-970c-8ca1e3dce219" providerId="ADAL" clId="{CEEE0D99-E473-4ABE-8BB8-11250F2F452D}" dt="2024-07-09T16:19:56.061" v="3303" actId="208"/>
          <ac:spMkLst>
            <pc:docMk/>
            <pc:sldMk cId="3772433459" sldId="439"/>
            <ac:spMk id="17" creationId="{2B9D8546-BEC7-7606-556E-DDD9B4859837}"/>
          </ac:spMkLst>
        </pc:spChg>
        <pc:spChg chg="add mod">
          <ac:chgData name="Jessica Aloi Rodriguez" userId="1fdb1b46-f6a3-4e1f-970c-8ca1e3dce219" providerId="ADAL" clId="{CEEE0D99-E473-4ABE-8BB8-11250F2F452D}" dt="2024-07-09T16:20:20.968" v="3309" actId="208"/>
          <ac:spMkLst>
            <pc:docMk/>
            <pc:sldMk cId="3772433459" sldId="439"/>
            <ac:spMk id="18" creationId="{AC63CC64-6441-082F-19C6-9D2233EACF90}"/>
          </ac:spMkLst>
        </pc:spChg>
        <pc:picChg chg="add mod">
          <ac:chgData name="Jessica Aloi Rodriguez" userId="1fdb1b46-f6a3-4e1f-970c-8ca1e3dce219" providerId="ADAL" clId="{CEEE0D99-E473-4ABE-8BB8-11250F2F452D}" dt="2024-07-09T16:21:55.584" v="3319" actId="1076"/>
          <ac:picMkLst>
            <pc:docMk/>
            <pc:sldMk cId="3772433459" sldId="439"/>
            <ac:picMk id="19" creationId="{5E3E7B6F-8D5B-BD94-1321-F0F51C26186D}"/>
          </ac:picMkLst>
        </pc:picChg>
      </pc:sldChg>
      <pc:sldChg chg="modSp del mod">
        <pc:chgData name="Jessica Aloi Rodriguez" userId="1fdb1b46-f6a3-4e1f-970c-8ca1e3dce219" providerId="ADAL" clId="{CEEE0D99-E473-4ABE-8BB8-11250F2F452D}" dt="2024-07-08T14:54:29.268" v="1186" actId="47"/>
        <pc:sldMkLst>
          <pc:docMk/>
          <pc:sldMk cId="1660431818" sldId="440"/>
        </pc:sldMkLst>
        <pc:spChg chg="mod">
          <ac:chgData name="Jessica Aloi Rodriguez" userId="1fdb1b46-f6a3-4e1f-970c-8ca1e3dce219" providerId="ADAL" clId="{CEEE0D99-E473-4ABE-8BB8-11250F2F452D}" dt="2024-07-01T16:31:21.540" v="563" actId="20577"/>
          <ac:spMkLst>
            <pc:docMk/>
            <pc:sldMk cId="1660431818" sldId="440"/>
            <ac:spMk id="11" creationId="{8E1D0CD2-625D-BD4A-B0AD-81EB5764A550}"/>
          </ac:spMkLst>
        </pc:spChg>
      </pc:sldChg>
      <pc:sldChg chg="modSp add mod modAnim">
        <pc:chgData name="Jessica Aloi Rodriguez" userId="1fdb1b46-f6a3-4e1f-970c-8ca1e3dce219" providerId="ADAL" clId="{CEEE0D99-E473-4ABE-8BB8-11250F2F452D}" dt="2024-07-10T20:11:11.512" v="5062"/>
        <pc:sldMkLst>
          <pc:docMk/>
          <pc:sldMk cId="2398107190" sldId="440"/>
        </pc:sldMkLst>
        <pc:spChg chg="mod">
          <ac:chgData name="Jessica Aloi Rodriguez" userId="1fdb1b46-f6a3-4e1f-970c-8ca1e3dce219" providerId="ADAL" clId="{CEEE0D99-E473-4ABE-8BB8-11250F2F452D}" dt="2024-07-08T15:57:10.130" v="2154" actId="1076"/>
          <ac:spMkLst>
            <pc:docMk/>
            <pc:sldMk cId="2398107190" sldId="440"/>
            <ac:spMk id="6" creationId="{DE646588-22C5-5E7B-8AEB-CFE250C9AD16}"/>
          </ac:spMkLst>
        </pc:spChg>
        <pc:spChg chg="mod">
          <ac:chgData name="Jessica Aloi Rodriguez" userId="1fdb1b46-f6a3-4e1f-970c-8ca1e3dce219" providerId="ADAL" clId="{CEEE0D99-E473-4ABE-8BB8-11250F2F452D}" dt="2024-07-08T15:58:23.056" v="2165" actId="123"/>
          <ac:spMkLst>
            <pc:docMk/>
            <pc:sldMk cId="2398107190" sldId="440"/>
            <ac:spMk id="11" creationId="{8E1D0CD2-625D-BD4A-B0AD-81EB5764A550}"/>
          </ac:spMkLst>
        </pc:spChg>
      </pc:sldChg>
      <pc:sldChg chg="addSp delSp modSp add mod ord modAnim modShow">
        <pc:chgData name="Jessica Aloi Rodriguez" userId="1fdb1b46-f6a3-4e1f-970c-8ca1e3dce219" providerId="ADAL" clId="{CEEE0D99-E473-4ABE-8BB8-11250F2F452D}" dt="2024-07-10T14:51:16.444" v="5030" actId="729"/>
        <pc:sldMkLst>
          <pc:docMk/>
          <pc:sldMk cId="3305943494" sldId="441"/>
        </pc:sldMkLst>
        <pc:spChg chg="mod">
          <ac:chgData name="Jessica Aloi Rodriguez" userId="1fdb1b46-f6a3-4e1f-970c-8ca1e3dce219" providerId="ADAL" clId="{CEEE0D99-E473-4ABE-8BB8-11250F2F452D}" dt="2024-07-09T19:23:04.380" v="4093" actId="255"/>
          <ac:spMkLst>
            <pc:docMk/>
            <pc:sldMk cId="3305943494" sldId="441"/>
            <ac:spMk id="7" creationId="{E3B88604-D5C1-DD5C-0309-B0D54367BCA1}"/>
          </ac:spMkLst>
        </pc:spChg>
        <pc:spChg chg="mod">
          <ac:chgData name="Jessica Aloi Rodriguez" userId="1fdb1b46-f6a3-4e1f-970c-8ca1e3dce219" providerId="ADAL" clId="{CEEE0D99-E473-4ABE-8BB8-11250F2F452D}" dt="2024-07-10T14:51:12.224" v="5029" actId="20577"/>
          <ac:spMkLst>
            <pc:docMk/>
            <pc:sldMk cId="3305943494" sldId="441"/>
            <ac:spMk id="11" creationId="{8E1D0CD2-625D-BD4A-B0AD-81EB5764A550}"/>
          </ac:spMkLst>
        </pc:spChg>
        <pc:picChg chg="add del mod">
          <ac:chgData name="Jessica Aloi Rodriguez" userId="1fdb1b46-f6a3-4e1f-970c-8ca1e3dce219" providerId="ADAL" clId="{CEEE0D99-E473-4ABE-8BB8-11250F2F452D}" dt="2024-07-09T19:25:31.655" v="4104" actId="478"/>
          <ac:picMkLst>
            <pc:docMk/>
            <pc:sldMk cId="3305943494" sldId="441"/>
            <ac:picMk id="2" creationId="{1A1E6693-64C2-A730-8BE4-DA6AADDB4887}"/>
          </ac:picMkLst>
        </pc:picChg>
        <pc:picChg chg="add mod">
          <ac:chgData name="Jessica Aloi Rodriguez" userId="1fdb1b46-f6a3-4e1f-970c-8ca1e3dce219" providerId="ADAL" clId="{CEEE0D99-E473-4ABE-8BB8-11250F2F452D}" dt="2024-07-10T14:50:58.360" v="5018" actId="1076"/>
          <ac:picMkLst>
            <pc:docMk/>
            <pc:sldMk cId="3305943494" sldId="441"/>
            <ac:picMk id="2" creationId="{F75A316D-B649-6D64-79A4-EEDB74272C84}"/>
          </ac:picMkLst>
        </pc:picChg>
      </pc:sldChg>
      <pc:sldChg chg="modSp add mod">
        <pc:chgData name="Jessica Aloi Rodriguez" userId="1fdb1b46-f6a3-4e1f-970c-8ca1e3dce219" providerId="ADAL" clId="{CEEE0D99-E473-4ABE-8BB8-11250F2F452D}" dt="2024-07-09T17:37:06.774" v="3529" actId="27636"/>
        <pc:sldMkLst>
          <pc:docMk/>
          <pc:sldMk cId="75387608" sldId="442"/>
        </pc:sldMkLst>
        <pc:spChg chg="mod">
          <ac:chgData name="Jessica Aloi Rodriguez" userId="1fdb1b46-f6a3-4e1f-970c-8ca1e3dce219" providerId="ADAL" clId="{CEEE0D99-E473-4ABE-8BB8-11250F2F452D}" dt="2024-07-09T17:37:06.774" v="3529" actId="27636"/>
          <ac:spMkLst>
            <pc:docMk/>
            <pc:sldMk cId="75387608" sldId="442"/>
            <ac:spMk id="7" creationId="{E3B88604-D5C1-DD5C-0309-B0D54367BCA1}"/>
          </ac:spMkLst>
        </pc:spChg>
        <pc:spChg chg="mod">
          <ac:chgData name="Jessica Aloi Rodriguez" userId="1fdb1b46-f6a3-4e1f-970c-8ca1e3dce219" providerId="ADAL" clId="{CEEE0D99-E473-4ABE-8BB8-11250F2F452D}" dt="2024-07-08T17:28:20.557" v="2670" actId="12"/>
          <ac:spMkLst>
            <pc:docMk/>
            <pc:sldMk cId="75387608" sldId="442"/>
            <ac:spMk id="11" creationId="{8E1D0CD2-625D-BD4A-B0AD-81EB5764A550}"/>
          </ac:spMkLst>
        </pc:spChg>
      </pc:sldChg>
      <pc:sldChg chg="del">
        <pc:chgData name="Jessica Aloi Rodriguez" userId="1fdb1b46-f6a3-4e1f-970c-8ca1e3dce219" providerId="ADAL" clId="{CEEE0D99-E473-4ABE-8BB8-11250F2F452D}" dt="2024-07-08T14:54:31.895" v="1189" actId="47"/>
        <pc:sldMkLst>
          <pc:docMk/>
          <pc:sldMk cId="3634287110" sldId="442"/>
        </pc:sldMkLst>
      </pc:sldChg>
      <pc:sldChg chg="modSp del mod">
        <pc:chgData name="Jessica Aloi Rodriguez" userId="1fdb1b46-f6a3-4e1f-970c-8ca1e3dce219" providerId="ADAL" clId="{CEEE0D99-E473-4ABE-8BB8-11250F2F452D}" dt="2024-07-08T14:54:30.322" v="1188" actId="47"/>
        <pc:sldMkLst>
          <pc:docMk/>
          <pc:sldMk cId="1992692992" sldId="443"/>
        </pc:sldMkLst>
        <pc:spChg chg="mod">
          <ac:chgData name="Jessica Aloi Rodriguez" userId="1fdb1b46-f6a3-4e1f-970c-8ca1e3dce219" providerId="ADAL" clId="{CEEE0D99-E473-4ABE-8BB8-11250F2F452D}" dt="2024-07-01T16:32:21.177" v="598" actId="20577"/>
          <ac:spMkLst>
            <pc:docMk/>
            <pc:sldMk cId="1992692992" sldId="443"/>
            <ac:spMk id="11" creationId="{8E1D0CD2-625D-BD4A-B0AD-81EB5764A550}"/>
          </ac:spMkLst>
        </pc:spChg>
      </pc:sldChg>
      <pc:sldChg chg="addSp modSp add mod">
        <pc:chgData name="Jessica Aloi Rodriguez" userId="1fdb1b46-f6a3-4e1f-970c-8ca1e3dce219" providerId="ADAL" clId="{CEEE0D99-E473-4ABE-8BB8-11250F2F452D}" dt="2024-07-09T19:22:38.279" v="4072" actId="20577"/>
        <pc:sldMkLst>
          <pc:docMk/>
          <pc:sldMk cId="3781367861" sldId="443"/>
        </pc:sldMkLst>
        <pc:spChg chg="mod">
          <ac:chgData name="Jessica Aloi Rodriguez" userId="1fdb1b46-f6a3-4e1f-970c-8ca1e3dce219" providerId="ADAL" clId="{CEEE0D99-E473-4ABE-8BB8-11250F2F452D}" dt="2024-07-09T19:22:38.279" v="4072" actId="20577"/>
          <ac:spMkLst>
            <pc:docMk/>
            <pc:sldMk cId="3781367861" sldId="443"/>
            <ac:spMk id="7" creationId="{E3B88604-D5C1-DD5C-0309-B0D54367BCA1}"/>
          </ac:spMkLst>
        </pc:spChg>
        <pc:spChg chg="mod">
          <ac:chgData name="Jessica Aloi Rodriguez" userId="1fdb1b46-f6a3-4e1f-970c-8ca1e3dce219" providerId="ADAL" clId="{CEEE0D99-E473-4ABE-8BB8-11250F2F452D}" dt="2024-07-09T16:42:40.290" v="3450" actId="108"/>
          <ac:spMkLst>
            <pc:docMk/>
            <pc:sldMk cId="3781367861" sldId="443"/>
            <ac:spMk id="11" creationId="{8E1D0CD2-625D-BD4A-B0AD-81EB5764A550}"/>
          </ac:spMkLst>
        </pc:spChg>
        <pc:picChg chg="add mod">
          <ac:chgData name="Jessica Aloi Rodriguez" userId="1fdb1b46-f6a3-4e1f-970c-8ca1e3dce219" providerId="ADAL" clId="{CEEE0D99-E473-4ABE-8BB8-11250F2F452D}" dt="2024-07-09T16:43:09.977" v="3455" actId="14100"/>
          <ac:picMkLst>
            <pc:docMk/>
            <pc:sldMk cId="3781367861" sldId="443"/>
            <ac:picMk id="3" creationId="{DC4E22A6-6211-6D83-D768-D49AB34D4E78}"/>
          </ac:picMkLst>
        </pc:picChg>
      </pc:sldChg>
      <pc:sldChg chg="modSp del mod">
        <pc:chgData name="Jessica Aloi Rodriguez" userId="1fdb1b46-f6a3-4e1f-970c-8ca1e3dce219" providerId="ADAL" clId="{CEEE0D99-E473-4ABE-8BB8-11250F2F452D}" dt="2024-07-08T14:54:28.787" v="1185" actId="47"/>
        <pc:sldMkLst>
          <pc:docMk/>
          <pc:sldMk cId="2384026837" sldId="444"/>
        </pc:sldMkLst>
        <pc:spChg chg="mod">
          <ac:chgData name="Jessica Aloi Rodriguez" userId="1fdb1b46-f6a3-4e1f-970c-8ca1e3dce219" providerId="ADAL" clId="{CEEE0D99-E473-4ABE-8BB8-11250F2F452D}" dt="2024-07-01T19:13:44.471" v="1132" actId="20577"/>
          <ac:spMkLst>
            <pc:docMk/>
            <pc:sldMk cId="2384026837" sldId="444"/>
            <ac:spMk id="11" creationId="{8E1D0CD2-625D-BD4A-B0AD-81EB5764A550}"/>
          </ac:spMkLst>
        </pc:spChg>
      </pc:sldChg>
      <pc:sldChg chg="modSp add mod">
        <pc:chgData name="Jessica Aloi Rodriguez" userId="1fdb1b46-f6a3-4e1f-970c-8ca1e3dce219" providerId="ADAL" clId="{CEEE0D99-E473-4ABE-8BB8-11250F2F452D}" dt="2024-07-09T17:37:11.712" v="3531" actId="27636"/>
        <pc:sldMkLst>
          <pc:docMk/>
          <pc:sldMk cId="2509424323" sldId="444"/>
        </pc:sldMkLst>
        <pc:spChg chg="mod">
          <ac:chgData name="Jessica Aloi Rodriguez" userId="1fdb1b46-f6a3-4e1f-970c-8ca1e3dce219" providerId="ADAL" clId="{CEEE0D99-E473-4ABE-8BB8-11250F2F452D}" dt="2024-07-09T17:37:11.712" v="3531" actId="27636"/>
          <ac:spMkLst>
            <pc:docMk/>
            <pc:sldMk cId="2509424323" sldId="444"/>
            <ac:spMk id="7" creationId="{E3B88604-D5C1-DD5C-0309-B0D54367BCA1}"/>
          </ac:spMkLst>
        </pc:spChg>
        <pc:spChg chg="mod">
          <ac:chgData name="Jessica Aloi Rodriguez" userId="1fdb1b46-f6a3-4e1f-970c-8ca1e3dce219" providerId="ADAL" clId="{CEEE0D99-E473-4ABE-8BB8-11250F2F452D}" dt="2024-07-09T16:33:39.177" v="3321" actId="5793"/>
          <ac:spMkLst>
            <pc:docMk/>
            <pc:sldMk cId="2509424323" sldId="444"/>
            <ac:spMk id="11" creationId="{8E1D0CD2-625D-BD4A-B0AD-81EB5764A550}"/>
          </ac:spMkLst>
        </pc:spChg>
      </pc:sldChg>
      <pc:sldChg chg="modSp add mod ord">
        <pc:chgData name="Jessica Aloi Rodriguez" userId="1fdb1b46-f6a3-4e1f-970c-8ca1e3dce219" providerId="ADAL" clId="{CEEE0D99-E473-4ABE-8BB8-11250F2F452D}" dt="2024-07-09T19:11:07.226" v="3792" actId="20577"/>
        <pc:sldMkLst>
          <pc:docMk/>
          <pc:sldMk cId="4108797435" sldId="445"/>
        </pc:sldMkLst>
        <pc:spChg chg="mod">
          <ac:chgData name="Jessica Aloi Rodriguez" userId="1fdb1b46-f6a3-4e1f-970c-8ca1e3dce219" providerId="ADAL" clId="{CEEE0D99-E473-4ABE-8BB8-11250F2F452D}" dt="2024-07-09T19:11:07.226" v="3792" actId="20577"/>
          <ac:spMkLst>
            <pc:docMk/>
            <pc:sldMk cId="4108797435" sldId="445"/>
            <ac:spMk id="7" creationId="{E3B88604-D5C1-DD5C-0309-B0D54367BCA1}"/>
          </ac:spMkLst>
        </pc:spChg>
        <pc:spChg chg="mod">
          <ac:chgData name="Jessica Aloi Rodriguez" userId="1fdb1b46-f6a3-4e1f-970c-8ca1e3dce219" providerId="ADAL" clId="{CEEE0D99-E473-4ABE-8BB8-11250F2F452D}" dt="2024-07-09T19:10:59.512" v="3789" actId="20577"/>
          <ac:spMkLst>
            <pc:docMk/>
            <pc:sldMk cId="4108797435" sldId="445"/>
            <ac:spMk id="11" creationId="{8E1D0CD2-625D-BD4A-B0AD-81EB5764A550}"/>
          </ac:spMkLst>
        </pc:spChg>
      </pc:sldChg>
      <pc:sldChg chg="addSp delSp modSp add mod ord modAnim">
        <pc:chgData name="Jessica Aloi Rodriguez" userId="1fdb1b46-f6a3-4e1f-970c-8ca1e3dce219" providerId="ADAL" clId="{CEEE0D99-E473-4ABE-8BB8-11250F2F452D}" dt="2024-07-09T19:21:51.991" v="4070" actId="207"/>
        <pc:sldMkLst>
          <pc:docMk/>
          <pc:sldMk cId="3150091871" sldId="446"/>
        </pc:sldMkLst>
        <pc:spChg chg="add mod">
          <ac:chgData name="Jessica Aloi Rodriguez" userId="1fdb1b46-f6a3-4e1f-970c-8ca1e3dce219" providerId="ADAL" clId="{CEEE0D99-E473-4ABE-8BB8-11250F2F452D}" dt="2024-07-09T19:20:49.492" v="4053" actId="1076"/>
          <ac:spMkLst>
            <pc:docMk/>
            <pc:sldMk cId="3150091871" sldId="446"/>
            <ac:spMk id="5" creationId="{39E25C26-BB63-DAAA-AD61-EEC947654C4E}"/>
          </ac:spMkLst>
        </pc:spChg>
        <pc:spChg chg="mod">
          <ac:chgData name="Jessica Aloi Rodriguez" userId="1fdb1b46-f6a3-4e1f-970c-8ca1e3dce219" providerId="ADAL" clId="{CEEE0D99-E473-4ABE-8BB8-11250F2F452D}" dt="2024-07-09T19:15:13.482" v="3848" actId="1076"/>
          <ac:spMkLst>
            <pc:docMk/>
            <pc:sldMk cId="3150091871" sldId="446"/>
            <ac:spMk id="6" creationId="{DE646588-22C5-5E7B-8AEB-CFE250C9AD16}"/>
          </ac:spMkLst>
        </pc:spChg>
        <pc:spChg chg="mod">
          <ac:chgData name="Jessica Aloi Rodriguez" userId="1fdb1b46-f6a3-4e1f-970c-8ca1e3dce219" providerId="ADAL" clId="{CEEE0D99-E473-4ABE-8BB8-11250F2F452D}" dt="2024-07-09T19:11:11.440" v="3793"/>
          <ac:spMkLst>
            <pc:docMk/>
            <pc:sldMk cId="3150091871" sldId="446"/>
            <ac:spMk id="7" creationId="{E3B88604-D5C1-DD5C-0309-B0D54367BCA1}"/>
          </ac:spMkLst>
        </pc:spChg>
        <pc:spChg chg="mod">
          <ac:chgData name="Jessica Aloi Rodriguez" userId="1fdb1b46-f6a3-4e1f-970c-8ca1e3dce219" providerId="ADAL" clId="{CEEE0D99-E473-4ABE-8BB8-11250F2F452D}" dt="2024-07-09T19:20:42.257" v="4052" actId="404"/>
          <ac:spMkLst>
            <pc:docMk/>
            <pc:sldMk cId="3150091871" sldId="446"/>
            <ac:spMk id="11" creationId="{8E1D0CD2-625D-BD4A-B0AD-81EB5764A550}"/>
          </ac:spMkLst>
        </pc:spChg>
        <pc:spChg chg="add mod">
          <ac:chgData name="Jessica Aloi Rodriguez" userId="1fdb1b46-f6a3-4e1f-970c-8ca1e3dce219" providerId="ADAL" clId="{CEEE0D99-E473-4ABE-8BB8-11250F2F452D}" dt="2024-07-09T19:20:49.492" v="4053" actId="1076"/>
          <ac:spMkLst>
            <pc:docMk/>
            <pc:sldMk cId="3150091871" sldId="446"/>
            <ac:spMk id="20" creationId="{6D71969F-FCE0-002E-4F34-3F9E52E204FC}"/>
          </ac:spMkLst>
        </pc:spChg>
        <pc:spChg chg="add mod">
          <ac:chgData name="Jessica Aloi Rodriguez" userId="1fdb1b46-f6a3-4e1f-970c-8ca1e3dce219" providerId="ADAL" clId="{CEEE0D99-E473-4ABE-8BB8-11250F2F452D}" dt="2024-07-09T19:20:49.492" v="4053" actId="1076"/>
          <ac:spMkLst>
            <pc:docMk/>
            <pc:sldMk cId="3150091871" sldId="446"/>
            <ac:spMk id="26" creationId="{0E90057B-D33F-FD9C-3733-2E3158FE3519}"/>
          </ac:spMkLst>
        </pc:spChg>
        <pc:spChg chg="add mod">
          <ac:chgData name="Jessica Aloi Rodriguez" userId="1fdb1b46-f6a3-4e1f-970c-8ca1e3dce219" providerId="ADAL" clId="{CEEE0D99-E473-4ABE-8BB8-11250F2F452D}" dt="2024-07-09T19:21:51.991" v="4070" actId="207"/>
          <ac:spMkLst>
            <pc:docMk/>
            <pc:sldMk cId="3150091871" sldId="446"/>
            <ac:spMk id="31" creationId="{E6BB118E-2B07-1C40-626A-7CCA1716379A}"/>
          </ac:spMkLst>
        </pc:spChg>
        <pc:grpChg chg="add mod">
          <ac:chgData name="Jessica Aloi Rodriguez" userId="1fdb1b46-f6a3-4e1f-970c-8ca1e3dce219" providerId="ADAL" clId="{CEEE0D99-E473-4ABE-8BB8-11250F2F452D}" dt="2024-07-09T19:20:49.492" v="4053" actId="1076"/>
          <ac:grpSpMkLst>
            <pc:docMk/>
            <pc:sldMk cId="3150091871" sldId="446"/>
            <ac:grpSpMk id="27" creationId="{36C64190-7FC1-0AC9-449D-D1EABA9ECA44}"/>
          </ac:grpSpMkLst>
        </pc:grpChg>
        <pc:grpChg chg="add mod">
          <ac:chgData name="Jessica Aloi Rodriguez" userId="1fdb1b46-f6a3-4e1f-970c-8ca1e3dce219" providerId="ADAL" clId="{CEEE0D99-E473-4ABE-8BB8-11250F2F452D}" dt="2024-07-09T19:20:49.492" v="4053" actId="1076"/>
          <ac:grpSpMkLst>
            <pc:docMk/>
            <pc:sldMk cId="3150091871" sldId="446"/>
            <ac:grpSpMk id="28" creationId="{6C4C5C2A-1DD5-5CD4-A852-D594B0E3D2AB}"/>
          </ac:grpSpMkLst>
        </pc:grpChg>
        <pc:grpChg chg="add mod">
          <ac:chgData name="Jessica Aloi Rodriguez" userId="1fdb1b46-f6a3-4e1f-970c-8ca1e3dce219" providerId="ADAL" clId="{CEEE0D99-E473-4ABE-8BB8-11250F2F452D}" dt="2024-07-09T19:20:49.492" v="4053" actId="1076"/>
          <ac:grpSpMkLst>
            <pc:docMk/>
            <pc:sldMk cId="3150091871" sldId="446"/>
            <ac:grpSpMk id="29" creationId="{DA118204-2C65-151D-EF80-DECB7656BADA}"/>
          </ac:grpSpMkLst>
        </pc:grpChg>
        <pc:picChg chg="add del mod">
          <ac:chgData name="Jessica Aloi Rodriguez" userId="1fdb1b46-f6a3-4e1f-970c-8ca1e3dce219" providerId="ADAL" clId="{CEEE0D99-E473-4ABE-8BB8-11250F2F452D}" dt="2024-07-09T19:15:10.368" v="3846" actId="478"/>
          <ac:picMkLst>
            <pc:docMk/>
            <pc:sldMk cId="3150091871" sldId="446"/>
            <ac:picMk id="2" creationId="{E4ED0E61-00D0-6AF1-D7F9-194C1340BC77}"/>
          </ac:picMkLst>
        </pc:picChg>
        <pc:picChg chg="add mod">
          <ac:chgData name="Jessica Aloi Rodriguez" userId="1fdb1b46-f6a3-4e1f-970c-8ca1e3dce219" providerId="ADAL" clId="{CEEE0D99-E473-4ABE-8BB8-11250F2F452D}" dt="2024-07-09T19:20:49.492" v="4053" actId="1076"/>
          <ac:picMkLst>
            <pc:docMk/>
            <pc:sldMk cId="3150091871" sldId="446"/>
            <ac:picMk id="3" creationId="{0B867F3D-D8ED-185F-7A97-8C9D334FC2F5}"/>
          </ac:picMkLst>
        </pc:picChg>
        <pc:picChg chg="add mod">
          <ac:chgData name="Jessica Aloi Rodriguez" userId="1fdb1b46-f6a3-4e1f-970c-8ca1e3dce219" providerId="ADAL" clId="{CEEE0D99-E473-4ABE-8BB8-11250F2F452D}" dt="2024-07-09T19:20:49.492" v="4053" actId="1076"/>
          <ac:picMkLst>
            <pc:docMk/>
            <pc:sldMk cId="3150091871" sldId="446"/>
            <ac:picMk id="4" creationId="{99F92B7B-101D-28B7-12B5-BF01C6E73D33}"/>
          </ac:picMkLst>
        </pc:picChg>
        <pc:picChg chg="add del mod">
          <ac:chgData name="Jessica Aloi Rodriguez" userId="1fdb1b46-f6a3-4e1f-970c-8ca1e3dce219" providerId="ADAL" clId="{CEEE0D99-E473-4ABE-8BB8-11250F2F452D}" dt="2024-07-09T19:16:21.002" v="3889" actId="478"/>
          <ac:picMkLst>
            <pc:docMk/>
            <pc:sldMk cId="3150091871" sldId="446"/>
            <ac:picMk id="13" creationId="{7237EE3E-6C08-C726-86D0-FB7B42B2EC1B}"/>
          </ac:picMkLst>
        </pc:picChg>
        <pc:picChg chg="add del mod">
          <ac:chgData name="Jessica Aloi Rodriguez" userId="1fdb1b46-f6a3-4e1f-970c-8ca1e3dce219" providerId="ADAL" clId="{CEEE0D99-E473-4ABE-8BB8-11250F2F452D}" dt="2024-07-09T19:16:38.249" v="3896" actId="478"/>
          <ac:picMkLst>
            <pc:docMk/>
            <pc:sldMk cId="3150091871" sldId="446"/>
            <ac:picMk id="15" creationId="{8AD2775C-DF5F-C3E7-2AD4-AB503A066D73}"/>
          </ac:picMkLst>
        </pc:picChg>
        <pc:picChg chg="add mod">
          <ac:chgData name="Jessica Aloi Rodriguez" userId="1fdb1b46-f6a3-4e1f-970c-8ca1e3dce219" providerId="ADAL" clId="{CEEE0D99-E473-4ABE-8BB8-11250F2F452D}" dt="2024-07-09T19:20:49.492" v="4053" actId="1076"/>
          <ac:picMkLst>
            <pc:docMk/>
            <pc:sldMk cId="3150091871" sldId="446"/>
            <ac:picMk id="16" creationId="{E27D5276-A15D-33E4-CED6-B4029E94C661}"/>
          </ac:picMkLst>
        </pc:picChg>
        <pc:picChg chg="add mod">
          <ac:chgData name="Jessica Aloi Rodriguez" userId="1fdb1b46-f6a3-4e1f-970c-8ca1e3dce219" providerId="ADAL" clId="{CEEE0D99-E473-4ABE-8BB8-11250F2F452D}" dt="2024-07-09T19:20:49.492" v="4053" actId="1076"/>
          <ac:picMkLst>
            <pc:docMk/>
            <pc:sldMk cId="3150091871" sldId="446"/>
            <ac:picMk id="17" creationId="{3CE16B2D-C75A-DE1D-6E0A-4152A045DC38}"/>
          </ac:picMkLst>
        </pc:picChg>
        <pc:picChg chg="add del mod">
          <ac:chgData name="Jessica Aloi Rodriguez" userId="1fdb1b46-f6a3-4e1f-970c-8ca1e3dce219" providerId="ADAL" clId="{CEEE0D99-E473-4ABE-8BB8-11250F2F452D}" dt="2024-07-09T19:16:22.814" v="3890" actId="478"/>
          <ac:picMkLst>
            <pc:docMk/>
            <pc:sldMk cId="3150091871" sldId="446"/>
            <ac:picMk id="18" creationId="{019DE4CF-BCE9-2C97-5DDC-313F592BEA8E}"/>
          </ac:picMkLst>
        </pc:picChg>
        <pc:picChg chg="add mod">
          <ac:chgData name="Jessica Aloi Rodriguez" userId="1fdb1b46-f6a3-4e1f-970c-8ca1e3dce219" providerId="ADAL" clId="{CEEE0D99-E473-4ABE-8BB8-11250F2F452D}" dt="2024-07-09T19:20:49.492" v="4053" actId="1076"/>
          <ac:picMkLst>
            <pc:docMk/>
            <pc:sldMk cId="3150091871" sldId="446"/>
            <ac:picMk id="19" creationId="{136EFEF4-B12A-A63F-5B92-5E5E8EB386AB}"/>
          </ac:picMkLst>
        </pc:picChg>
        <pc:picChg chg="add mod">
          <ac:chgData name="Jessica Aloi Rodriguez" userId="1fdb1b46-f6a3-4e1f-970c-8ca1e3dce219" providerId="ADAL" clId="{CEEE0D99-E473-4ABE-8BB8-11250F2F452D}" dt="2024-07-09T19:20:49.492" v="4053" actId="1076"/>
          <ac:picMkLst>
            <pc:docMk/>
            <pc:sldMk cId="3150091871" sldId="446"/>
            <ac:picMk id="21" creationId="{94B6F88C-38EA-8C91-BEBA-5871B0301079}"/>
          </ac:picMkLst>
        </pc:picChg>
        <pc:picChg chg="add mod">
          <ac:chgData name="Jessica Aloi Rodriguez" userId="1fdb1b46-f6a3-4e1f-970c-8ca1e3dce219" providerId="ADAL" clId="{CEEE0D99-E473-4ABE-8BB8-11250F2F452D}" dt="2024-07-09T19:20:49.492" v="4053" actId="1076"/>
          <ac:picMkLst>
            <pc:docMk/>
            <pc:sldMk cId="3150091871" sldId="446"/>
            <ac:picMk id="22" creationId="{84F047B3-353C-EC07-3DF5-28F4A1A14E08}"/>
          </ac:picMkLst>
        </pc:picChg>
        <pc:picChg chg="add mod">
          <ac:chgData name="Jessica Aloi Rodriguez" userId="1fdb1b46-f6a3-4e1f-970c-8ca1e3dce219" providerId="ADAL" clId="{CEEE0D99-E473-4ABE-8BB8-11250F2F452D}" dt="2024-07-09T19:20:49.492" v="4053" actId="1076"/>
          <ac:picMkLst>
            <pc:docMk/>
            <pc:sldMk cId="3150091871" sldId="446"/>
            <ac:picMk id="23" creationId="{9B8D053C-2AA3-917C-C6D6-713C85B4907B}"/>
          </ac:picMkLst>
        </pc:picChg>
        <pc:picChg chg="add mod">
          <ac:chgData name="Jessica Aloi Rodriguez" userId="1fdb1b46-f6a3-4e1f-970c-8ca1e3dce219" providerId="ADAL" clId="{CEEE0D99-E473-4ABE-8BB8-11250F2F452D}" dt="2024-07-09T19:20:49.492" v="4053" actId="1076"/>
          <ac:picMkLst>
            <pc:docMk/>
            <pc:sldMk cId="3150091871" sldId="446"/>
            <ac:picMk id="24" creationId="{67D9ED71-8DE5-A4A5-3BF7-973F9EDEDD99}"/>
          </ac:picMkLst>
        </pc:picChg>
        <pc:picChg chg="add mod">
          <ac:chgData name="Jessica Aloi Rodriguez" userId="1fdb1b46-f6a3-4e1f-970c-8ca1e3dce219" providerId="ADAL" clId="{CEEE0D99-E473-4ABE-8BB8-11250F2F452D}" dt="2024-07-09T19:20:49.492" v="4053" actId="1076"/>
          <ac:picMkLst>
            <pc:docMk/>
            <pc:sldMk cId="3150091871" sldId="446"/>
            <ac:picMk id="25" creationId="{AACFC77D-038C-A680-B405-256C3F55625A}"/>
          </ac:picMkLst>
        </pc:picChg>
      </pc:sldChg>
      <pc:sldChg chg="del">
        <pc:chgData name="Jessica Aloi Rodriguez" userId="1fdb1b46-f6a3-4e1f-970c-8ca1e3dce219" providerId="ADAL" clId="{CEEE0D99-E473-4ABE-8BB8-11250F2F452D}" dt="2024-07-01T15:39:11.710" v="139" actId="47"/>
        <pc:sldMkLst>
          <pc:docMk/>
          <pc:sldMk cId="3551363805" sldId="446"/>
        </pc:sldMkLst>
      </pc:sldChg>
      <pc:sldChg chg="modSp add mod ord">
        <pc:chgData name="Jessica Aloi Rodriguez" userId="1fdb1b46-f6a3-4e1f-970c-8ca1e3dce219" providerId="ADAL" clId="{CEEE0D99-E473-4ABE-8BB8-11250F2F452D}" dt="2024-07-09T19:47:32.428" v="4724" actId="403"/>
        <pc:sldMkLst>
          <pc:docMk/>
          <pc:sldMk cId="3884172527" sldId="447"/>
        </pc:sldMkLst>
        <pc:spChg chg="mod">
          <ac:chgData name="Jessica Aloi Rodriguez" userId="1fdb1b46-f6a3-4e1f-970c-8ca1e3dce219" providerId="ADAL" clId="{CEEE0D99-E473-4ABE-8BB8-11250F2F452D}" dt="2024-07-09T19:46:57.054" v="4717" actId="1076"/>
          <ac:spMkLst>
            <pc:docMk/>
            <pc:sldMk cId="3884172527" sldId="447"/>
            <ac:spMk id="6" creationId="{DE646588-22C5-5E7B-8AEB-CFE250C9AD16}"/>
          </ac:spMkLst>
        </pc:spChg>
        <pc:spChg chg="mod">
          <ac:chgData name="Jessica Aloi Rodriguez" userId="1fdb1b46-f6a3-4e1f-970c-8ca1e3dce219" providerId="ADAL" clId="{CEEE0D99-E473-4ABE-8BB8-11250F2F452D}" dt="2024-07-09T19:36:00.209" v="4471" actId="20577"/>
          <ac:spMkLst>
            <pc:docMk/>
            <pc:sldMk cId="3884172527" sldId="447"/>
            <ac:spMk id="7" creationId="{E3B88604-D5C1-DD5C-0309-B0D54367BCA1}"/>
          </ac:spMkLst>
        </pc:spChg>
        <pc:spChg chg="mod">
          <ac:chgData name="Jessica Aloi Rodriguez" userId="1fdb1b46-f6a3-4e1f-970c-8ca1e3dce219" providerId="ADAL" clId="{CEEE0D99-E473-4ABE-8BB8-11250F2F452D}" dt="2024-07-09T19:47:32.428" v="4724" actId="403"/>
          <ac:spMkLst>
            <pc:docMk/>
            <pc:sldMk cId="3884172527" sldId="447"/>
            <ac:spMk id="11" creationId="{8E1D0CD2-625D-BD4A-B0AD-81EB5764A550}"/>
          </ac:spMkLst>
        </pc:spChg>
      </pc:sldChg>
      <pc:sldChg chg="modSp del mod">
        <pc:chgData name="Jessica Aloi Rodriguez" userId="1fdb1b46-f6a3-4e1f-970c-8ca1e3dce219" providerId="ADAL" clId="{CEEE0D99-E473-4ABE-8BB8-11250F2F452D}" dt="2024-07-08T14:54:35.055" v="1194" actId="47"/>
        <pc:sldMkLst>
          <pc:docMk/>
          <pc:sldMk cId="598858231" sldId="448"/>
        </pc:sldMkLst>
        <pc:spChg chg="mod">
          <ac:chgData name="Jessica Aloi Rodriguez" userId="1fdb1b46-f6a3-4e1f-970c-8ca1e3dce219" providerId="ADAL" clId="{CEEE0D99-E473-4ABE-8BB8-11250F2F452D}" dt="2024-07-01T16:14:04.458" v="353" actId="403"/>
          <ac:spMkLst>
            <pc:docMk/>
            <pc:sldMk cId="598858231" sldId="448"/>
            <ac:spMk id="11" creationId="{8E1D0CD2-625D-BD4A-B0AD-81EB5764A550}"/>
          </ac:spMkLst>
        </pc:spChg>
      </pc:sldChg>
      <pc:sldChg chg="add del">
        <pc:chgData name="Jessica Aloi Rodriguez" userId="1fdb1b46-f6a3-4e1f-970c-8ca1e3dce219" providerId="ADAL" clId="{CEEE0D99-E473-4ABE-8BB8-11250F2F452D}" dt="2024-07-09T17:23:54.786" v="3476" actId="2696"/>
        <pc:sldMkLst>
          <pc:docMk/>
          <pc:sldMk cId="4170557915" sldId="448"/>
        </pc:sldMkLst>
      </pc:sldChg>
      <pc:sldChg chg="modSp add mod">
        <pc:chgData name="Jessica Aloi Rodriguez" userId="1fdb1b46-f6a3-4e1f-970c-8ca1e3dce219" providerId="ADAL" clId="{CEEE0D99-E473-4ABE-8BB8-11250F2F452D}" dt="2024-07-10T20:07:00.739" v="5059" actId="20577"/>
        <pc:sldMkLst>
          <pc:docMk/>
          <pc:sldMk cId="1505696359" sldId="449"/>
        </pc:sldMkLst>
        <pc:spChg chg="mod">
          <ac:chgData name="Jessica Aloi Rodriguez" userId="1fdb1b46-f6a3-4e1f-970c-8ca1e3dce219" providerId="ADAL" clId="{CEEE0D99-E473-4ABE-8BB8-11250F2F452D}" dt="2024-07-10T20:07:00.739" v="5059" actId="20577"/>
          <ac:spMkLst>
            <pc:docMk/>
            <pc:sldMk cId="1505696359" sldId="449"/>
            <ac:spMk id="2" creationId="{AE545717-1E68-644D-327B-804C14E49689}"/>
          </ac:spMkLst>
        </pc:spChg>
      </pc:sldChg>
      <pc:sldChg chg="del mod modShow">
        <pc:chgData name="Jessica Aloi Rodriguez" userId="1fdb1b46-f6a3-4e1f-970c-8ca1e3dce219" providerId="ADAL" clId="{CEEE0D99-E473-4ABE-8BB8-11250F2F452D}" dt="2024-07-01T16:48:50.310" v="950" actId="47"/>
        <pc:sldMkLst>
          <pc:docMk/>
          <pc:sldMk cId="2621222781" sldId="449"/>
        </pc:sldMkLst>
      </pc:sldChg>
      <pc:sldChg chg="addSp modSp add mod modAnim">
        <pc:chgData name="Jessica Aloi Rodriguez" userId="1fdb1b46-f6a3-4e1f-970c-8ca1e3dce219" providerId="ADAL" clId="{CEEE0D99-E473-4ABE-8BB8-11250F2F452D}" dt="2024-07-09T19:35:21.191" v="4443"/>
        <pc:sldMkLst>
          <pc:docMk/>
          <pc:sldMk cId="1772303948" sldId="450"/>
        </pc:sldMkLst>
        <pc:spChg chg="add mod">
          <ac:chgData name="Jessica Aloi Rodriguez" userId="1fdb1b46-f6a3-4e1f-970c-8ca1e3dce219" providerId="ADAL" clId="{CEEE0D99-E473-4ABE-8BB8-11250F2F452D}" dt="2024-07-09T19:33:34.076" v="4416" actId="1076"/>
          <ac:spMkLst>
            <pc:docMk/>
            <pc:sldMk cId="1772303948" sldId="450"/>
            <ac:spMk id="4" creationId="{9780307E-9A6E-2168-9FE3-DE5352CECC53}"/>
          </ac:spMkLst>
        </pc:spChg>
        <pc:spChg chg="add mod">
          <ac:chgData name="Jessica Aloi Rodriguez" userId="1fdb1b46-f6a3-4e1f-970c-8ca1e3dce219" providerId="ADAL" clId="{CEEE0D99-E473-4ABE-8BB8-11250F2F452D}" dt="2024-07-09T19:35:07.192" v="4442" actId="403"/>
          <ac:spMkLst>
            <pc:docMk/>
            <pc:sldMk cId="1772303948" sldId="450"/>
            <ac:spMk id="5" creationId="{FD9611E2-D5F3-4E42-1196-7DB4F590C413}"/>
          </ac:spMkLst>
        </pc:spChg>
        <pc:spChg chg="mod">
          <ac:chgData name="Jessica Aloi Rodriguez" userId="1fdb1b46-f6a3-4e1f-970c-8ca1e3dce219" providerId="ADAL" clId="{CEEE0D99-E473-4ABE-8BB8-11250F2F452D}" dt="2024-07-09T19:31:57.884" v="4398"/>
          <ac:spMkLst>
            <pc:docMk/>
            <pc:sldMk cId="1772303948" sldId="450"/>
            <ac:spMk id="7" creationId="{E3B88604-D5C1-DD5C-0309-B0D54367BCA1}"/>
          </ac:spMkLst>
        </pc:spChg>
        <pc:spChg chg="mod">
          <ac:chgData name="Jessica Aloi Rodriguez" userId="1fdb1b46-f6a3-4e1f-970c-8ca1e3dce219" providerId="ADAL" clId="{CEEE0D99-E473-4ABE-8BB8-11250F2F452D}" dt="2024-07-09T19:32:54.804" v="4410" actId="20577"/>
          <ac:spMkLst>
            <pc:docMk/>
            <pc:sldMk cId="1772303948" sldId="450"/>
            <ac:spMk id="11" creationId="{8E1D0CD2-625D-BD4A-B0AD-81EB5764A550}"/>
          </ac:spMkLst>
        </pc:spChg>
        <pc:picChg chg="add mod">
          <ac:chgData name="Jessica Aloi Rodriguez" userId="1fdb1b46-f6a3-4e1f-970c-8ca1e3dce219" providerId="ADAL" clId="{CEEE0D99-E473-4ABE-8BB8-11250F2F452D}" dt="2024-07-09T19:33:22.897" v="4414" actId="14100"/>
          <ac:picMkLst>
            <pc:docMk/>
            <pc:sldMk cId="1772303948" sldId="450"/>
            <ac:picMk id="3" creationId="{493EDB83-008E-B128-656B-2D08BB0FA08A}"/>
          </ac:picMkLst>
        </pc:picChg>
      </pc:sldChg>
      <pc:sldChg chg="modSp add mod">
        <pc:chgData name="Jessica Aloi Rodriguez" userId="1fdb1b46-f6a3-4e1f-970c-8ca1e3dce219" providerId="ADAL" clId="{CEEE0D99-E473-4ABE-8BB8-11250F2F452D}" dt="2024-07-09T19:31:25.550" v="4397" actId="20577"/>
        <pc:sldMkLst>
          <pc:docMk/>
          <pc:sldMk cId="2397897950" sldId="451"/>
        </pc:sldMkLst>
        <pc:spChg chg="mod">
          <ac:chgData name="Jessica Aloi Rodriguez" userId="1fdb1b46-f6a3-4e1f-970c-8ca1e3dce219" providerId="ADAL" clId="{CEEE0D99-E473-4ABE-8BB8-11250F2F452D}" dt="2024-07-09T19:26:08.493" v="4143" actId="20577"/>
          <ac:spMkLst>
            <pc:docMk/>
            <pc:sldMk cId="2397897950" sldId="451"/>
            <ac:spMk id="7" creationId="{E3B88604-D5C1-DD5C-0309-B0D54367BCA1}"/>
          </ac:spMkLst>
        </pc:spChg>
        <pc:spChg chg="mod">
          <ac:chgData name="Jessica Aloi Rodriguez" userId="1fdb1b46-f6a3-4e1f-970c-8ca1e3dce219" providerId="ADAL" clId="{CEEE0D99-E473-4ABE-8BB8-11250F2F452D}" dt="2024-07-09T19:31:25.550" v="4397" actId="20577"/>
          <ac:spMkLst>
            <pc:docMk/>
            <pc:sldMk cId="2397897950" sldId="451"/>
            <ac:spMk id="11" creationId="{8E1D0CD2-625D-BD4A-B0AD-81EB5764A550}"/>
          </ac:spMkLst>
        </pc:spChg>
      </pc:sldChg>
      <pc:sldChg chg="del mod modShow">
        <pc:chgData name="Jessica Aloi Rodriguez" userId="1fdb1b46-f6a3-4e1f-970c-8ca1e3dce219" providerId="ADAL" clId="{CEEE0D99-E473-4ABE-8BB8-11250F2F452D}" dt="2024-07-08T14:54:24.649" v="1179" actId="47"/>
        <pc:sldMkLst>
          <pc:docMk/>
          <pc:sldMk cId="2821573599" sldId="452"/>
        </pc:sldMkLst>
      </pc:sldChg>
      <pc:sldChg chg="modSp add mod">
        <pc:chgData name="Jessica Aloi Rodriguez" userId="1fdb1b46-f6a3-4e1f-970c-8ca1e3dce219" providerId="ADAL" clId="{CEEE0D99-E473-4ABE-8BB8-11250F2F452D}" dt="2024-07-09T19:58:24.254" v="4903" actId="20577"/>
        <pc:sldMkLst>
          <pc:docMk/>
          <pc:sldMk cId="4167791373" sldId="452"/>
        </pc:sldMkLst>
        <pc:spChg chg="mod">
          <ac:chgData name="Jessica Aloi Rodriguez" userId="1fdb1b46-f6a3-4e1f-970c-8ca1e3dce219" providerId="ADAL" clId="{CEEE0D99-E473-4ABE-8BB8-11250F2F452D}" dt="2024-07-09T19:55:36.301" v="4831"/>
          <ac:spMkLst>
            <pc:docMk/>
            <pc:sldMk cId="4167791373" sldId="452"/>
            <ac:spMk id="7" creationId="{E3B88604-D5C1-DD5C-0309-B0D54367BCA1}"/>
          </ac:spMkLst>
        </pc:spChg>
        <pc:spChg chg="mod">
          <ac:chgData name="Jessica Aloi Rodriguez" userId="1fdb1b46-f6a3-4e1f-970c-8ca1e3dce219" providerId="ADAL" clId="{CEEE0D99-E473-4ABE-8BB8-11250F2F452D}" dt="2024-07-09T19:58:24.254" v="4903" actId="20577"/>
          <ac:spMkLst>
            <pc:docMk/>
            <pc:sldMk cId="4167791373" sldId="452"/>
            <ac:spMk id="11" creationId="{8E1D0CD2-625D-BD4A-B0AD-81EB5764A550}"/>
          </ac:spMkLst>
        </pc:spChg>
      </pc:sldChg>
      <pc:sldChg chg="addSp modSp add mod">
        <pc:chgData name="Jessica Aloi Rodriguez" userId="1fdb1b46-f6a3-4e1f-970c-8ca1e3dce219" providerId="ADAL" clId="{CEEE0D99-E473-4ABE-8BB8-11250F2F452D}" dt="2024-07-09T19:55:13.071" v="4830" actId="1076"/>
        <pc:sldMkLst>
          <pc:docMk/>
          <pc:sldMk cId="2898596202" sldId="453"/>
        </pc:sldMkLst>
        <pc:spChg chg="mod">
          <ac:chgData name="Jessica Aloi Rodriguez" userId="1fdb1b46-f6a3-4e1f-970c-8ca1e3dce219" providerId="ADAL" clId="{CEEE0D99-E473-4ABE-8BB8-11250F2F452D}" dt="2024-07-09T19:53:07.027" v="4800" actId="1076"/>
          <ac:spMkLst>
            <pc:docMk/>
            <pc:sldMk cId="2898596202" sldId="453"/>
            <ac:spMk id="6" creationId="{DE646588-22C5-5E7B-8AEB-CFE250C9AD16}"/>
          </ac:spMkLst>
        </pc:spChg>
        <pc:spChg chg="mod">
          <ac:chgData name="Jessica Aloi Rodriguez" userId="1fdb1b46-f6a3-4e1f-970c-8ca1e3dce219" providerId="ADAL" clId="{CEEE0D99-E473-4ABE-8BB8-11250F2F452D}" dt="2024-07-09T19:52:45.640" v="4780"/>
          <ac:spMkLst>
            <pc:docMk/>
            <pc:sldMk cId="2898596202" sldId="453"/>
            <ac:spMk id="7" creationId="{E3B88604-D5C1-DD5C-0309-B0D54367BCA1}"/>
          </ac:spMkLst>
        </pc:spChg>
        <pc:spChg chg="mod">
          <ac:chgData name="Jessica Aloi Rodriguez" userId="1fdb1b46-f6a3-4e1f-970c-8ca1e3dce219" providerId="ADAL" clId="{CEEE0D99-E473-4ABE-8BB8-11250F2F452D}" dt="2024-07-09T19:55:08.528" v="4827" actId="14100"/>
          <ac:spMkLst>
            <pc:docMk/>
            <pc:sldMk cId="2898596202" sldId="453"/>
            <ac:spMk id="11" creationId="{8E1D0CD2-625D-BD4A-B0AD-81EB5764A550}"/>
          </ac:spMkLst>
        </pc:spChg>
        <pc:picChg chg="add mod">
          <ac:chgData name="Jessica Aloi Rodriguez" userId="1fdb1b46-f6a3-4e1f-970c-8ca1e3dce219" providerId="ADAL" clId="{CEEE0D99-E473-4ABE-8BB8-11250F2F452D}" dt="2024-07-09T19:55:13.071" v="4830" actId="1076"/>
          <ac:picMkLst>
            <pc:docMk/>
            <pc:sldMk cId="2898596202" sldId="453"/>
            <ac:picMk id="1026" creationId="{6B087D3F-BFE4-DC36-8958-A1053130FB36}"/>
          </ac:picMkLst>
        </pc:picChg>
      </pc:sldChg>
      <pc:sldChg chg="modSp del mod">
        <pc:chgData name="Jessica Aloi Rodriguez" userId="1fdb1b46-f6a3-4e1f-970c-8ca1e3dce219" providerId="ADAL" clId="{CEEE0D99-E473-4ABE-8BB8-11250F2F452D}" dt="2024-07-08T14:54:27.286" v="1182" actId="47"/>
        <pc:sldMkLst>
          <pc:docMk/>
          <pc:sldMk cId="2918505461" sldId="453"/>
        </pc:sldMkLst>
        <pc:spChg chg="mod">
          <ac:chgData name="Jessica Aloi Rodriguez" userId="1fdb1b46-f6a3-4e1f-970c-8ca1e3dce219" providerId="ADAL" clId="{CEEE0D99-E473-4ABE-8BB8-11250F2F452D}" dt="2024-07-01T19:12:08.145" v="1131" actId="207"/>
          <ac:spMkLst>
            <pc:docMk/>
            <pc:sldMk cId="2918505461" sldId="453"/>
            <ac:spMk id="11" creationId="{8E1D0CD2-625D-BD4A-B0AD-81EB5764A550}"/>
          </ac:spMkLst>
        </pc:spChg>
      </pc:sldChg>
      <pc:sldChg chg="modSp add mod">
        <pc:chgData name="Jessica Aloi Rodriguez" userId="1fdb1b46-f6a3-4e1f-970c-8ca1e3dce219" providerId="ADAL" clId="{CEEE0D99-E473-4ABE-8BB8-11250F2F452D}" dt="2024-07-09T19:52:30.325" v="4779" actId="403"/>
        <pc:sldMkLst>
          <pc:docMk/>
          <pc:sldMk cId="1514059574" sldId="454"/>
        </pc:sldMkLst>
        <pc:spChg chg="mod">
          <ac:chgData name="Jessica Aloi Rodriguez" userId="1fdb1b46-f6a3-4e1f-970c-8ca1e3dce219" providerId="ADAL" clId="{CEEE0D99-E473-4ABE-8BB8-11250F2F452D}" dt="2024-07-09T19:52:30.325" v="4779" actId="403"/>
          <ac:spMkLst>
            <pc:docMk/>
            <pc:sldMk cId="1514059574" sldId="454"/>
            <ac:spMk id="11" creationId="{8E1D0CD2-625D-BD4A-B0AD-81EB5764A550}"/>
          </ac:spMkLst>
        </pc:spChg>
      </pc:sldChg>
      <pc:sldChg chg="del mod modShow">
        <pc:chgData name="Jessica Aloi Rodriguez" userId="1fdb1b46-f6a3-4e1f-970c-8ca1e3dce219" providerId="ADAL" clId="{CEEE0D99-E473-4ABE-8BB8-11250F2F452D}" dt="2024-07-01T16:48:47.880" v="949" actId="47"/>
        <pc:sldMkLst>
          <pc:docMk/>
          <pc:sldMk cId="2337343251" sldId="454"/>
        </pc:sldMkLst>
      </pc:sldChg>
      <pc:sldChg chg="addSp modSp add mod">
        <pc:chgData name="Jessica Aloi Rodriguez" userId="1fdb1b46-f6a3-4e1f-970c-8ca1e3dce219" providerId="ADAL" clId="{CEEE0D99-E473-4ABE-8BB8-11250F2F452D}" dt="2024-07-10T20:33:30.355" v="5143"/>
        <pc:sldMkLst>
          <pc:docMk/>
          <pc:sldMk cId="383322255" sldId="455"/>
        </pc:sldMkLst>
        <pc:spChg chg="add mod">
          <ac:chgData name="Jessica Aloi Rodriguez" userId="1fdb1b46-f6a3-4e1f-970c-8ca1e3dce219" providerId="ADAL" clId="{CEEE0D99-E473-4ABE-8BB8-11250F2F452D}" dt="2024-07-10T20:33:30.355" v="5143"/>
          <ac:spMkLst>
            <pc:docMk/>
            <pc:sldMk cId="383322255" sldId="455"/>
            <ac:spMk id="3" creationId="{8BDA28FA-AEC7-E13A-F94F-9E82E7C49519}"/>
          </ac:spMkLst>
        </pc:spChg>
        <pc:spChg chg="add mod">
          <ac:chgData name="Jessica Aloi Rodriguez" userId="1fdb1b46-f6a3-4e1f-970c-8ca1e3dce219" providerId="ADAL" clId="{CEEE0D99-E473-4ABE-8BB8-11250F2F452D}" dt="2024-07-10T20:33:30.355" v="5143"/>
          <ac:spMkLst>
            <pc:docMk/>
            <pc:sldMk cId="383322255" sldId="455"/>
            <ac:spMk id="4" creationId="{4D48AEEB-B2B0-313B-D956-749C8F503415}"/>
          </ac:spMkLst>
        </pc:spChg>
        <pc:spChg chg="mod">
          <ac:chgData name="Jessica Aloi Rodriguez" userId="1fdb1b46-f6a3-4e1f-970c-8ca1e3dce219" providerId="ADAL" clId="{CEEE0D99-E473-4ABE-8BB8-11250F2F452D}" dt="2024-07-09T19:59:39.333" v="4933" actId="1076"/>
          <ac:spMkLst>
            <pc:docMk/>
            <pc:sldMk cId="383322255" sldId="455"/>
            <ac:spMk id="9" creationId="{1EB85B53-8129-B041-9289-275261E245DA}"/>
          </ac:spMkLst>
        </pc:spChg>
        <pc:spChg chg="mod">
          <ac:chgData name="Jessica Aloi Rodriguez" userId="1fdb1b46-f6a3-4e1f-970c-8ca1e3dce219" providerId="ADAL" clId="{CEEE0D99-E473-4ABE-8BB8-11250F2F452D}" dt="2024-07-09T20:00:19.565" v="4949" actId="33524"/>
          <ac:spMkLst>
            <pc:docMk/>
            <pc:sldMk cId="383322255" sldId="455"/>
            <ac:spMk id="11" creationId="{8E1D0CD2-625D-BD4A-B0AD-81EB5764A550}"/>
          </ac:spMkLst>
        </pc:spChg>
        <pc:picChg chg="add mod">
          <ac:chgData name="Jessica Aloi Rodriguez" userId="1fdb1b46-f6a3-4e1f-970c-8ca1e3dce219" providerId="ADAL" clId="{CEEE0D99-E473-4ABE-8BB8-11250F2F452D}" dt="2024-07-10T20:33:30.355" v="5143"/>
          <ac:picMkLst>
            <pc:docMk/>
            <pc:sldMk cId="383322255" sldId="455"/>
            <ac:picMk id="2" creationId="{06E1043A-09C1-D23F-594D-41BDBE46DBFE}"/>
          </ac:picMkLst>
        </pc:picChg>
      </pc:sldChg>
      <pc:sldChg chg="mod modShow">
        <pc:chgData name="Jessica Aloi Rodriguez" userId="1fdb1b46-f6a3-4e1f-970c-8ca1e3dce219" providerId="ADAL" clId="{CEEE0D99-E473-4ABE-8BB8-11250F2F452D}" dt="2024-07-09T20:02:57.705" v="4950" actId="729"/>
        <pc:sldMkLst>
          <pc:docMk/>
          <pc:sldMk cId="1408453391" sldId="456"/>
        </pc:sldMkLst>
      </pc:sldChg>
      <pc:sldChg chg="del">
        <pc:chgData name="Jessica Aloi Rodriguez" userId="1fdb1b46-f6a3-4e1f-970c-8ca1e3dce219" providerId="ADAL" clId="{CEEE0D99-E473-4ABE-8BB8-11250F2F452D}" dt="2024-07-08T14:54:34.473" v="1193" actId="47"/>
        <pc:sldMkLst>
          <pc:docMk/>
          <pc:sldMk cId="3307963028" sldId="456"/>
        </pc:sldMkLst>
      </pc:sldChg>
      <pc:sldChg chg="modSp add mod modShow">
        <pc:chgData name="Jessica Aloi Rodriguez" userId="1fdb1b46-f6a3-4e1f-970c-8ca1e3dce219" providerId="ADAL" clId="{CEEE0D99-E473-4ABE-8BB8-11250F2F452D}" dt="2024-07-10T20:21:11.088" v="5131" actId="404"/>
        <pc:sldMkLst>
          <pc:docMk/>
          <pc:sldMk cId="539919002" sldId="457"/>
        </pc:sldMkLst>
        <pc:spChg chg="mod">
          <ac:chgData name="Jessica Aloi Rodriguez" userId="1fdb1b46-f6a3-4e1f-970c-8ca1e3dce219" providerId="ADAL" clId="{CEEE0D99-E473-4ABE-8BB8-11250F2F452D}" dt="2024-07-10T20:21:11.088" v="5131" actId="404"/>
          <ac:spMkLst>
            <pc:docMk/>
            <pc:sldMk cId="539919002" sldId="457"/>
            <ac:spMk id="11" creationId="{8E1D0CD2-625D-BD4A-B0AD-81EB5764A550}"/>
          </ac:spMkLst>
        </pc:spChg>
      </pc:sldChg>
      <pc:sldChg chg="del">
        <pc:chgData name="Jessica Aloi Rodriguez" userId="1fdb1b46-f6a3-4e1f-970c-8ca1e3dce219" providerId="ADAL" clId="{CEEE0D99-E473-4ABE-8BB8-11250F2F452D}" dt="2024-07-01T14:38:48.944" v="0" actId="47"/>
        <pc:sldMkLst>
          <pc:docMk/>
          <pc:sldMk cId="635714230" sldId="457"/>
        </pc:sldMkLst>
      </pc:sldChg>
      <pc:sldChg chg="modSp add mod">
        <pc:chgData name="Jessica Aloi Rodriguez" userId="1fdb1b46-f6a3-4e1f-970c-8ca1e3dce219" providerId="ADAL" clId="{CEEE0D99-E473-4ABE-8BB8-11250F2F452D}" dt="2024-07-10T20:33:49.029" v="5159" actId="20577"/>
        <pc:sldMkLst>
          <pc:docMk/>
          <pc:sldMk cId="1138470739" sldId="458"/>
        </pc:sldMkLst>
        <pc:spChg chg="mod">
          <ac:chgData name="Jessica Aloi Rodriguez" userId="1fdb1b46-f6a3-4e1f-970c-8ca1e3dce219" providerId="ADAL" clId="{CEEE0D99-E473-4ABE-8BB8-11250F2F452D}" dt="2024-07-10T20:33:19.553" v="5142" actId="20577"/>
          <ac:spMkLst>
            <pc:docMk/>
            <pc:sldMk cId="1138470739" sldId="458"/>
            <ac:spMk id="7" creationId="{E3B88604-D5C1-DD5C-0309-B0D54367BCA1}"/>
          </ac:spMkLst>
        </pc:spChg>
        <pc:spChg chg="mod">
          <ac:chgData name="Jessica Aloi Rodriguez" userId="1fdb1b46-f6a3-4e1f-970c-8ca1e3dce219" providerId="ADAL" clId="{CEEE0D99-E473-4ABE-8BB8-11250F2F452D}" dt="2024-07-10T20:33:49.029" v="5159" actId="20577"/>
          <ac:spMkLst>
            <pc:docMk/>
            <pc:sldMk cId="1138470739" sldId="458"/>
            <ac:spMk id="11" creationId="{8E1D0CD2-625D-BD4A-B0AD-81EB5764A550}"/>
          </ac:spMkLst>
        </pc:spChg>
      </pc:sldChg>
      <pc:sldChg chg="del">
        <pc:chgData name="Jessica Aloi Rodriguez" userId="1fdb1b46-f6a3-4e1f-970c-8ca1e3dce219" providerId="ADAL" clId="{CEEE0D99-E473-4ABE-8BB8-11250F2F452D}" dt="2024-07-08T14:54:32.428" v="1190" actId="47"/>
        <pc:sldMkLst>
          <pc:docMk/>
          <pc:sldMk cId="2147539906" sldId="458"/>
        </pc:sldMkLst>
      </pc:sldChg>
      <pc:sldChg chg="addSp modSp mod">
        <pc:chgData name="Jessica Aloi Rodriguez" userId="1fdb1b46-f6a3-4e1f-970c-8ca1e3dce219" providerId="ADAL" clId="{CEEE0D99-E473-4ABE-8BB8-11250F2F452D}" dt="2024-07-10T20:45:25.973" v="5176" actId="1076"/>
        <pc:sldMkLst>
          <pc:docMk/>
          <pc:sldMk cId="271880301" sldId="459"/>
        </pc:sldMkLst>
        <pc:spChg chg="mod">
          <ac:chgData name="Jessica Aloi Rodriguez" userId="1fdb1b46-f6a3-4e1f-970c-8ca1e3dce219" providerId="ADAL" clId="{CEEE0D99-E473-4ABE-8BB8-11250F2F452D}" dt="2024-07-10T20:42:11.689" v="5160"/>
          <ac:spMkLst>
            <pc:docMk/>
            <pc:sldMk cId="271880301" sldId="459"/>
            <ac:spMk id="7" creationId="{E3B88604-D5C1-DD5C-0309-B0D54367BCA1}"/>
          </ac:spMkLst>
        </pc:spChg>
        <pc:spChg chg="mod">
          <ac:chgData name="Jessica Aloi Rodriguez" userId="1fdb1b46-f6a3-4e1f-970c-8ca1e3dce219" providerId="ADAL" clId="{CEEE0D99-E473-4ABE-8BB8-11250F2F452D}" dt="2024-07-10T20:45:25.973" v="5176" actId="1076"/>
          <ac:spMkLst>
            <pc:docMk/>
            <pc:sldMk cId="271880301" sldId="459"/>
            <ac:spMk id="9" creationId="{1EB85B53-8129-B041-9289-275261E245DA}"/>
          </ac:spMkLst>
        </pc:spChg>
        <pc:spChg chg="mod">
          <ac:chgData name="Jessica Aloi Rodriguez" userId="1fdb1b46-f6a3-4e1f-970c-8ca1e3dce219" providerId="ADAL" clId="{CEEE0D99-E473-4ABE-8BB8-11250F2F452D}" dt="2024-07-10T20:42:31.571" v="5164" actId="20577"/>
          <ac:spMkLst>
            <pc:docMk/>
            <pc:sldMk cId="271880301" sldId="459"/>
            <ac:spMk id="11" creationId="{8E1D0CD2-625D-BD4A-B0AD-81EB5764A550}"/>
          </ac:spMkLst>
        </pc:spChg>
        <pc:picChg chg="add mod">
          <ac:chgData name="Jessica Aloi Rodriguez" userId="1fdb1b46-f6a3-4e1f-970c-8ca1e3dce219" providerId="ADAL" clId="{CEEE0D99-E473-4ABE-8BB8-11250F2F452D}" dt="2024-07-10T20:44:31.854" v="5165" actId="1076"/>
          <ac:picMkLst>
            <pc:docMk/>
            <pc:sldMk cId="271880301" sldId="459"/>
            <ac:picMk id="2" creationId="{E5B52CA1-D223-A32B-2359-C6E46B6C4062}"/>
          </ac:picMkLst>
        </pc:picChg>
      </pc:sldChg>
      <pc:sldChg chg="modSp del mod">
        <pc:chgData name="Jessica Aloi Rodriguez" userId="1fdb1b46-f6a3-4e1f-970c-8ca1e3dce219" providerId="ADAL" clId="{CEEE0D99-E473-4ABE-8BB8-11250F2F452D}" dt="2024-07-08T14:54:32.931" v="1191" actId="47"/>
        <pc:sldMkLst>
          <pc:docMk/>
          <pc:sldMk cId="2895514540" sldId="459"/>
        </pc:sldMkLst>
        <pc:spChg chg="mod">
          <ac:chgData name="Jessica Aloi Rodriguez" userId="1fdb1b46-f6a3-4e1f-970c-8ca1e3dce219" providerId="ADAL" clId="{CEEE0D99-E473-4ABE-8BB8-11250F2F452D}" dt="2024-07-01T16:34:10.775" v="675" actId="20577"/>
          <ac:spMkLst>
            <pc:docMk/>
            <pc:sldMk cId="2895514540" sldId="459"/>
            <ac:spMk id="11" creationId="{8E1D0CD2-625D-BD4A-B0AD-81EB5764A550}"/>
          </ac:spMkLst>
        </pc:spChg>
        <pc:spChg chg="mod">
          <ac:chgData name="Jessica Aloi Rodriguez" userId="1fdb1b46-f6a3-4e1f-970c-8ca1e3dce219" providerId="ADAL" clId="{CEEE0D99-E473-4ABE-8BB8-11250F2F452D}" dt="2024-07-01T16:33:42.188" v="653" actId="20577"/>
          <ac:spMkLst>
            <pc:docMk/>
            <pc:sldMk cId="2895514540" sldId="459"/>
            <ac:spMk id="13" creationId="{34E1864A-A84A-824B-AB60-00673A2B3080}"/>
          </ac:spMkLst>
        </pc:spChg>
      </pc:sldChg>
      <pc:sldChg chg="modSp del mod">
        <pc:chgData name="Jessica Aloi Rodriguez" userId="1fdb1b46-f6a3-4e1f-970c-8ca1e3dce219" providerId="ADAL" clId="{CEEE0D99-E473-4ABE-8BB8-11250F2F452D}" dt="2024-07-08T14:54:33.560" v="1192" actId="47"/>
        <pc:sldMkLst>
          <pc:docMk/>
          <pc:sldMk cId="3023823730" sldId="462"/>
        </pc:sldMkLst>
        <pc:spChg chg="mod">
          <ac:chgData name="Jessica Aloi Rodriguez" userId="1fdb1b46-f6a3-4e1f-970c-8ca1e3dce219" providerId="ADAL" clId="{CEEE0D99-E473-4ABE-8BB8-11250F2F452D}" dt="2024-07-01T16:34:24.978" v="682" actId="20577"/>
          <ac:spMkLst>
            <pc:docMk/>
            <pc:sldMk cId="3023823730" sldId="462"/>
            <ac:spMk id="11" creationId="{8E1D0CD2-625D-BD4A-B0AD-81EB5764A550}"/>
          </ac:spMkLst>
        </pc:spChg>
      </pc:sldChg>
      <pc:sldChg chg="addSp modSp del mod ord modShow">
        <pc:chgData name="Jessica Aloi Rodriguez" userId="1fdb1b46-f6a3-4e1f-970c-8ca1e3dce219" providerId="ADAL" clId="{CEEE0D99-E473-4ABE-8BB8-11250F2F452D}" dt="2024-07-08T14:54:36.439" v="1196" actId="47"/>
        <pc:sldMkLst>
          <pc:docMk/>
          <pc:sldMk cId="646661422" sldId="464"/>
        </pc:sldMkLst>
        <pc:spChg chg="add mod">
          <ac:chgData name="Jessica Aloi Rodriguez" userId="1fdb1b46-f6a3-4e1f-970c-8ca1e3dce219" providerId="ADAL" clId="{CEEE0D99-E473-4ABE-8BB8-11250F2F452D}" dt="2024-07-01T16:18:04.969" v="404" actId="2085"/>
          <ac:spMkLst>
            <pc:docMk/>
            <pc:sldMk cId="646661422" sldId="464"/>
            <ac:spMk id="2" creationId="{5A7DB58A-0DC5-515C-5553-153BCF89B49D}"/>
          </ac:spMkLst>
        </pc:spChg>
        <pc:spChg chg="mod">
          <ac:chgData name="Jessica Aloi Rodriguez" userId="1fdb1b46-f6a3-4e1f-970c-8ca1e3dce219" providerId="ADAL" clId="{CEEE0D99-E473-4ABE-8BB8-11250F2F452D}" dt="2024-07-01T16:20:40.847" v="426" actId="1076"/>
          <ac:spMkLst>
            <pc:docMk/>
            <pc:sldMk cId="646661422" sldId="464"/>
            <ac:spMk id="9" creationId="{1EB85B53-8129-B041-9289-275261E245DA}"/>
          </ac:spMkLst>
        </pc:spChg>
        <pc:spChg chg="mod">
          <ac:chgData name="Jessica Aloi Rodriguez" userId="1fdb1b46-f6a3-4e1f-970c-8ca1e3dce219" providerId="ADAL" clId="{CEEE0D99-E473-4ABE-8BB8-11250F2F452D}" dt="2024-07-01T16:20:36.386" v="425" actId="20577"/>
          <ac:spMkLst>
            <pc:docMk/>
            <pc:sldMk cId="646661422" sldId="464"/>
            <ac:spMk id="11" creationId="{8E1D0CD2-625D-BD4A-B0AD-81EB5764A550}"/>
          </ac:spMkLst>
        </pc:spChg>
        <pc:picChg chg="mod modCrop">
          <ac:chgData name="Jessica Aloi Rodriguez" userId="1fdb1b46-f6a3-4e1f-970c-8ca1e3dce219" providerId="ADAL" clId="{CEEE0D99-E473-4ABE-8BB8-11250F2F452D}" dt="2024-07-01T16:17:51.253" v="398" actId="1076"/>
          <ac:picMkLst>
            <pc:docMk/>
            <pc:sldMk cId="646661422" sldId="464"/>
            <ac:picMk id="4" creationId="{B2821264-08E9-204C-B956-39086AC5D1ED}"/>
          </ac:picMkLst>
        </pc:picChg>
      </pc:sldChg>
      <pc:sldChg chg="addSp modSp del mod ord">
        <pc:chgData name="Jessica Aloi Rodriguez" userId="1fdb1b46-f6a3-4e1f-970c-8ca1e3dce219" providerId="ADAL" clId="{CEEE0D99-E473-4ABE-8BB8-11250F2F452D}" dt="2024-07-08T14:54:35.920" v="1195" actId="47"/>
        <pc:sldMkLst>
          <pc:docMk/>
          <pc:sldMk cId="3930561069" sldId="465"/>
        </pc:sldMkLst>
        <pc:spChg chg="add mod">
          <ac:chgData name="Jessica Aloi Rodriguez" userId="1fdb1b46-f6a3-4e1f-970c-8ca1e3dce219" providerId="ADAL" clId="{CEEE0D99-E473-4ABE-8BB8-11250F2F452D}" dt="2024-07-01T16:16:34.417" v="379" actId="2085"/>
          <ac:spMkLst>
            <pc:docMk/>
            <pc:sldMk cId="3930561069" sldId="465"/>
            <ac:spMk id="4" creationId="{29547942-EAEF-AFF3-420F-1D9DA55E540C}"/>
          </ac:spMkLst>
        </pc:spChg>
        <pc:spChg chg="mod">
          <ac:chgData name="Jessica Aloi Rodriguez" userId="1fdb1b46-f6a3-4e1f-970c-8ca1e3dce219" providerId="ADAL" clId="{CEEE0D99-E473-4ABE-8BB8-11250F2F452D}" dt="2024-07-01T16:17:01.467" v="384" actId="1076"/>
          <ac:spMkLst>
            <pc:docMk/>
            <pc:sldMk cId="3930561069" sldId="465"/>
            <ac:spMk id="9" creationId="{1EB85B53-8129-B041-9289-275261E245DA}"/>
          </ac:spMkLst>
        </pc:spChg>
        <pc:spChg chg="mod">
          <ac:chgData name="Jessica Aloi Rodriguez" userId="1fdb1b46-f6a3-4e1f-970c-8ca1e3dce219" providerId="ADAL" clId="{CEEE0D99-E473-4ABE-8BB8-11250F2F452D}" dt="2024-07-01T16:17:07.224" v="385" actId="1076"/>
          <ac:spMkLst>
            <pc:docMk/>
            <pc:sldMk cId="3930561069" sldId="465"/>
            <ac:spMk id="11" creationId="{8E1D0CD2-625D-BD4A-B0AD-81EB5764A550}"/>
          </ac:spMkLst>
        </pc:spChg>
        <pc:picChg chg="mod">
          <ac:chgData name="Jessica Aloi Rodriguez" userId="1fdb1b46-f6a3-4e1f-970c-8ca1e3dce219" providerId="ADAL" clId="{CEEE0D99-E473-4ABE-8BB8-11250F2F452D}" dt="2024-07-01T16:16:07.131" v="369" actId="1076"/>
          <ac:picMkLst>
            <pc:docMk/>
            <pc:sldMk cId="3930561069" sldId="465"/>
            <ac:picMk id="3" creationId="{D86BD57E-B8E7-C746-BB96-850B86E59E21}"/>
          </ac:picMkLst>
        </pc:picChg>
      </pc:sldChg>
      <pc:sldChg chg="del ord">
        <pc:chgData name="Jessica Aloi Rodriguez" userId="1fdb1b46-f6a3-4e1f-970c-8ca1e3dce219" providerId="ADAL" clId="{CEEE0D99-E473-4ABE-8BB8-11250F2F452D}" dt="2024-07-01T16:21:20.232" v="428" actId="47"/>
        <pc:sldMkLst>
          <pc:docMk/>
          <pc:sldMk cId="1880134750" sldId="466"/>
        </pc:sldMkLst>
      </pc:sldChg>
      <pc:sldChg chg="modSp del mod">
        <pc:chgData name="Jessica Aloi Rodriguez" userId="1fdb1b46-f6a3-4e1f-970c-8ca1e3dce219" providerId="ADAL" clId="{CEEE0D99-E473-4ABE-8BB8-11250F2F452D}" dt="2024-07-08T14:54:37.273" v="1197" actId="47"/>
        <pc:sldMkLst>
          <pc:docMk/>
          <pc:sldMk cId="2242979522" sldId="467"/>
        </pc:sldMkLst>
        <pc:spChg chg="mod">
          <ac:chgData name="Jessica Aloi Rodriguez" userId="1fdb1b46-f6a3-4e1f-970c-8ca1e3dce219" providerId="ADAL" clId="{CEEE0D99-E473-4ABE-8BB8-11250F2F452D}" dt="2024-07-01T16:21:29.039" v="431" actId="20577"/>
          <ac:spMkLst>
            <pc:docMk/>
            <pc:sldMk cId="2242979522" sldId="467"/>
            <ac:spMk id="9" creationId="{1EB85B53-8129-B041-9289-275261E245DA}"/>
          </ac:spMkLst>
        </pc:spChg>
      </pc:sldChg>
      <pc:sldChg chg="del">
        <pc:chgData name="Jessica Aloi Rodriguez" userId="1fdb1b46-f6a3-4e1f-970c-8ca1e3dce219" providerId="ADAL" clId="{CEEE0D99-E473-4ABE-8BB8-11250F2F452D}" dt="2024-07-01T16:11:05.942" v="349" actId="47"/>
        <pc:sldMkLst>
          <pc:docMk/>
          <pc:sldMk cId="762540056" sldId="468"/>
        </pc:sldMkLst>
      </pc:sldChg>
      <pc:sldChg chg="modSp del mod modShow">
        <pc:chgData name="Jessica Aloi Rodriguez" userId="1fdb1b46-f6a3-4e1f-970c-8ca1e3dce219" providerId="ADAL" clId="{CEEE0D99-E473-4ABE-8BB8-11250F2F452D}" dt="2024-07-08T14:55:04.603" v="1212" actId="47"/>
        <pc:sldMkLst>
          <pc:docMk/>
          <pc:sldMk cId="65236199" sldId="469"/>
        </pc:sldMkLst>
        <pc:spChg chg="mod">
          <ac:chgData name="Jessica Aloi Rodriguez" userId="1fdb1b46-f6a3-4e1f-970c-8ca1e3dce219" providerId="ADAL" clId="{CEEE0D99-E473-4ABE-8BB8-11250F2F452D}" dt="2024-07-01T16:27:26.378" v="508" actId="113"/>
          <ac:spMkLst>
            <pc:docMk/>
            <pc:sldMk cId="65236199" sldId="469"/>
            <ac:spMk id="11" creationId="{8E1D0CD2-625D-BD4A-B0AD-81EB5764A550}"/>
          </ac:spMkLst>
        </pc:spChg>
        <pc:picChg chg="mod">
          <ac:chgData name="Jessica Aloi Rodriguez" userId="1fdb1b46-f6a3-4e1f-970c-8ca1e3dce219" providerId="ADAL" clId="{CEEE0D99-E473-4ABE-8BB8-11250F2F452D}" dt="2024-07-01T16:26:29.702" v="504" actId="1076"/>
          <ac:picMkLst>
            <pc:docMk/>
            <pc:sldMk cId="65236199" sldId="469"/>
            <ac:picMk id="4" creationId="{163BC153-DC80-E241-9C55-DF689C54B09A}"/>
          </ac:picMkLst>
        </pc:picChg>
      </pc:sldChg>
      <pc:sldChg chg="modSp del mod modShow">
        <pc:chgData name="Jessica Aloi Rodriguez" userId="1fdb1b46-f6a3-4e1f-970c-8ca1e3dce219" providerId="ADAL" clId="{CEEE0D99-E473-4ABE-8BB8-11250F2F452D}" dt="2024-07-08T14:55:05.470" v="1213" actId="47"/>
        <pc:sldMkLst>
          <pc:docMk/>
          <pc:sldMk cId="1328956119" sldId="470"/>
        </pc:sldMkLst>
        <pc:spChg chg="mod">
          <ac:chgData name="Jessica Aloi Rodriguez" userId="1fdb1b46-f6a3-4e1f-970c-8ca1e3dce219" providerId="ADAL" clId="{CEEE0D99-E473-4ABE-8BB8-11250F2F452D}" dt="2024-07-01T16:28:23.551" v="524" actId="20577"/>
          <ac:spMkLst>
            <pc:docMk/>
            <pc:sldMk cId="1328956119" sldId="470"/>
            <ac:spMk id="11" creationId="{8E1D0CD2-625D-BD4A-B0AD-81EB5764A550}"/>
          </ac:spMkLst>
        </pc:spChg>
        <pc:picChg chg="mod">
          <ac:chgData name="Jessica Aloi Rodriguez" userId="1fdb1b46-f6a3-4e1f-970c-8ca1e3dce219" providerId="ADAL" clId="{CEEE0D99-E473-4ABE-8BB8-11250F2F452D}" dt="2024-07-01T16:27:47.844" v="515" actId="1076"/>
          <ac:picMkLst>
            <pc:docMk/>
            <pc:sldMk cId="1328956119" sldId="470"/>
            <ac:picMk id="3" creationId="{9E7603F3-4155-2943-9206-E426DD027DAB}"/>
          </ac:picMkLst>
        </pc:picChg>
      </pc:sldChg>
      <pc:sldChg chg="modSp del mod modShow">
        <pc:chgData name="Jessica Aloi Rodriguez" userId="1fdb1b46-f6a3-4e1f-970c-8ca1e3dce219" providerId="ADAL" clId="{CEEE0D99-E473-4ABE-8BB8-11250F2F452D}" dt="2024-07-08T14:55:00.356" v="1209" actId="47"/>
        <pc:sldMkLst>
          <pc:docMk/>
          <pc:sldMk cId="2427098745" sldId="471"/>
        </pc:sldMkLst>
        <pc:spChg chg="mod">
          <ac:chgData name="Jessica Aloi Rodriguez" userId="1fdb1b46-f6a3-4e1f-970c-8ca1e3dce219" providerId="ADAL" clId="{CEEE0D99-E473-4ABE-8BB8-11250F2F452D}" dt="2024-07-01T16:30:37.444" v="558" actId="20577"/>
          <ac:spMkLst>
            <pc:docMk/>
            <pc:sldMk cId="2427098745" sldId="471"/>
            <ac:spMk id="11" creationId="{8E1D0CD2-625D-BD4A-B0AD-81EB5764A550}"/>
          </ac:spMkLst>
        </pc:spChg>
        <pc:picChg chg="mod">
          <ac:chgData name="Jessica Aloi Rodriguez" userId="1fdb1b46-f6a3-4e1f-970c-8ca1e3dce219" providerId="ADAL" clId="{CEEE0D99-E473-4ABE-8BB8-11250F2F452D}" dt="2024-07-01T16:29:38.475" v="540" actId="1076"/>
          <ac:picMkLst>
            <pc:docMk/>
            <pc:sldMk cId="2427098745" sldId="471"/>
            <ac:picMk id="5" creationId="{C1899831-5D98-054A-82BE-38F428EE6197}"/>
          </ac:picMkLst>
        </pc:picChg>
      </pc:sldChg>
      <pc:sldChg chg="del">
        <pc:chgData name="Jessica Aloi Rodriguez" userId="1fdb1b46-f6a3-4e1f-970c-8ca1e3dce219" providerId="ADAL" clId="{CEEE0D99-E473-4ABE-8BB8-11250F2F452D}" dt="2024-07-08T14:54:37.823" v="1198" actId="47"/>
        <pc:sldMkLst>
          <pc:docMk/>
          <pc:sldMk cId="1238633063" sldId="472"/>
        </pc:sldMkLst>
      </pc:sldChg>
      <pc:sldChg chg="del">
        <pc:chgData name="Jessica Aloi Rodriguez" userId="1fdb1b46-f6a3-4e1f-970c-8ca1e3dce219" providerId="ADAL" clId="{CEEE0D99-E473-4ABE-8BB8-11250F2F452D}" dt="2024-07-08T14:54:38.641" v="1199" actId="47"/>
        <pc:sldMkLst>
          <pc:docMk/>
          <pc:sldMk cId="3417151028" sldId="474"/>
        </pc:sldMkLst>
      </pc:sldChg>
      <pc:sldChg chg="addSp delSp modSp add del mod">
        <pc:chgData name="Jessica Aloi Rodriguez" userId="1fdb1b46-f6a3-4e1f-970c-8ca1e3dce219" providerId="ADAL" clId="{CEEE0D99-E473-4ABE-8BB8-11250F2F452D}" dt="2024-07-08T14:54:39.317" v="1200" actId="47"/>
        <pc:sldMkLst>
          <pc:docMk/>
          <pc:sldMk cId="512766105" sldId="475"/>
        </pc:sldMkLst>
        <pc:spChg chg="add mod">
          <ac:chgData name="Jessica Aloi Rodriguez" userId="1fdb1b46-f6a3-4e1f-970c-8ca1e3dce219" providerId="ADAL" clId="{CEEE0D99-E473-4ABE-8BB8-11250F2F452D}" dt="2024-07-01T19:28:52.509" v="1138" actId="20577"/>
          <ac:spMkLst>
            <pc:docMk/>
            <pc:sldMk cId="512766105" sldId="475"/>
            <ac:spMk id="2" creationId="{0D96B799-3CCB-E574-AF9B-CC854B8DEB55}"/>
          </ac:spMkLst>
        </pc:spChg>
        <pc:spChg chg="mod">
          <ac:chgData name="Jessica Aloi Rodriguez" userId="1fdb1b46-f6a3-4e1f-970c-8ca1e3dce219" providerId="ADAL" clId="{CEEE0D99-E473-4ABE-8BB8-11250F2F452D}" dt="2024-07-01T16:21:51.595" v="435" actId="1076"/>
          <ac:spMkLst>
            <pc:docMk/>
            <pc:sldMk cId="512766105" sldId="475"/>
            <ac:spMk id="6" creationId="{DE646588-22C5-5E7B-8AEB-CFE250C9AD16}"/>
          </ac:spMkLst>
        </pc:spChg>
        <pc:spChg chg="del">
          <ac:chgData name="Jessica Aloi Rodriguez" userId="1fdb1b46-f6a3-4e1f-970c-8ca1e3dce219" providerId="ADAL" clId="{CEEE0D99-E473-4ABE-8BB8-11250F2F452D}" dt="2024-07-01T15:04:16.773" v="2" actId="478"/>
          <ac:spMkLst>
            <pc:docMk/>
            <pc:sldMk cId="512766105" sldId="475"/>
            <ac:spMk id="9" creationId="{1EB85B53-8129-B041-9289-275261E245DA}"/>
          </ac:spMkLst>
        </pc:spChg>
        <pc:spChg chg="del">
          <ac:chgData name="Jessica Aloi Rodriguez" userId="1fdb1b46-f6a3-4e1f-970c-8ca1e3dce219" providerId="ADAL" clId="{CEEE0D99-E473-4ABE-8BB8-11250F2F452D}" dt="2024-07-01T15:04:19.555" v="3" actId="478"/>
          <ac:spMkLst>
            <pc:docMk/>
            <pc:sldMk cId="512766105" sldId="475"/>
            <ac:spMk id="11" creationId="{8E1D0CD2-625D-BD4A-B0AD-81EB5764A550}"/>
          </ac:spMkLst>
        </pc:spChg>
        <pc:picChg chg="mod">
          <ac:chgData name="Jessica Aloi Rodriguez" userId="1fdb1b46-f6a3-4e1f-970c-8ca1e3dce219" providerId="ADAL" clId="{CEEE0D99-E473-4ABE-8BB8-11250F2F452D}" dt="2024-07-01T15:04:23.907" v="6" actId="1076"/>
          <ac:picMkLst>
            <pc:docMk/>
            <pc:sldMk cId="512766105" sldId="475"/>
            <ac:picMk id="3" creationId="{2F44ABEA-62D2-6D46-B24E-A80451EB7FEC}"/>
          </ac:picMkLst>
        </pc:picChg>
      </pc:sldChg>
      <pc:sldChg chg="addSp delSp modSp add del mod modAnim">
        <pc:chgData name="Jessica Aloi Rodriguez" userId="1fdb1b46-f6a3-4e1f-970c-8ca1e3dce219" providerId="ADAL" clId="{CEEE0D99-E473-4ABE-8BB8-11250F2F452D}" dt="2024-07-01T16:14:22.827" v="354" actId="2696"/>
        <pc:sldMkLst>
          <pc:docMk/>
          <pc:sldMk cId="1452416642" sldId="476"/>
        </pc:sldMkLst>
        <pc:spChg chg="del">
          <ac:chgData name="Jessica Aloi Rodriguez" userId="1fdb1b46-f6a3-4e1f-970c-8ca1e3dce219" providerId="ADAL" clId="{CEEE0D99-E473-4ABE-8BB8-11250F2F452D}" dt="2024-07-01T15:41:51.099" v="160" actId="478"/>
          <ac:spMkLst>
            <pc:docMk/>
            <pc:sldMk cId="1452416642" sldId="476"/>
            <ac:spMk id="2" creationId="{0D96B799-3CCB-E574-AF9B-CC854B8DEB55}"/>
          </ac:spMkLst>
        </pc:spChg>
        <pc:spChg chg="add mod">
          <ac:chgData name="Jessica Aloi Rodriguez" userId="1fdb1b46-f6a3-4e1f-970c-8ca1e3dce219" providerId="ADAL" clId="{CEEE0D99-E473-4ABE-8BB8-11250F2F452D}" dt="2024-07-01T15:42:26.123" v="218" actId="14100"/>
          <ac:spMkLst>
            <pc:docMk/>
            <pc:sldMk cId="1452416642" sldId="476"/>
            <ac:spMk id="4" creationId="{252564B8-7BA1-2C5E-7AEE-C63086543C91}"/>
          </ac:spMkLst>
        </pc:spChg>
        <pc:spChg chg="add mod">
          <ac:chgData name="Jessica Aloi Rodriguez" userId="1fdb1b46-f6a3-4e1f-970c-8ca1e3dce219" providerId="ADAL" clId="{CEEE0D99-E473-4ABE-8BB8-11250F2F452D}" dt="2024-07-01T15:46:03.170" v="258" actId="1076"/>
          <ac:spMkLst>
            <pc:docMk/>
            <pc:sldMk cId="1452416642" sldId="476"/>
            <ac:spMk id="19" creationId="{62594591-305A-7E8C-DB2B-95B202B317DD}"/>
          </ac:spMkLst>
        </pc:spChg>
        <pc:spChg chg="add mod">
          <ac:chgData name="Jessica Aloi Rodriguez" userId="1fdb1b46-f6a3-4e1f-970c-8ca1e3dce219" providerId="ADAL" clId="{CEEE0D99-E473-4ABE-8BB8-11250F2F452D}" dt="2024-07-01T15:46:54.409" v="271" actId="113"/>
          <ac:spMkLst>
            <pc:docMk/>
            <pc:sldMk cId="1452416642" sldId="476"/>
            <ac:spMk id="20" creationId="{88486021-AFA4-C13E-F7EF-E58BA9293798}"/>
          </ac:spMkLst>
        </pc:spChg>
        <pc:picChg chg="del">
          <ac:chgData name="Jessica Aloi Rodriguez" userId="1fdb1b46-f6a3-4e1f-970c-8ca1e3dce219" providerId="ADAL" clId="{CEEE0D99-E473-4ABE-8BB8-11250F2F452D}" dt="2024-07-01T15:41:49.005" v="159" actId="478"/>
          <ac:picMkLst>
            <pc:docMk/>
            <pc:sldMk cId="1452416642" sldId="476"/>
            <ac:picMk id="3" creationId="{2F44ABEA-62D2-6D46-B24E-A80451EB7FEC}"/>
          </ac:picMkLst>
        </pc:picChg>
        <pc:picChg chg="add del mod modCrop">
          <ac:chgData name="Jessica Aloi Rodriguez" userId="1fdb1b46-f6a3-4e1f-970c-8ca1e3dce219" providerId="ADAL" clId="{CEEE0D99-E473-4ABE-8BB8-11250F2F452D}" dt="2024-07-01T15:44:11.966" v="229" actId="478"/>
          <ac:picMkLst>
            <pc:docMk/>
            <pc:sldMk cId="1452416642" sldId="476"/>
            <ac:picMk id="9" creationId="{94E7C328-AB95-D582-84F4-2E247A1DFF0A}"/>
          </ac:picMkLst>
        </pc:picChg>
        <pc:picChg chg="add del mod">
          <ac:chgData name="Jessica Aloi Rodriguez" userId="1fdb1b46-f6a3-4e1f-970c-8ca1e3dce219" providerId="ADAL" clId="{CEEE0D99-E473-4ABE-8BB8-11250F2F452D}" dt="2024-07-01T15:44:09.953" v="228" actId="478"/>
          <ac:picMkLst>
            <pc:docMk/>
            <pc:sldMk cId="1452416642" sldId="476"/>
            <ac:picMk id="13" creationId="{31466276-1D10-B609-E193-D6EA818EC127}"/>
          </ac:picMkLst>
        </pc:picChg>
        <pc:picChg chg="add mod modCrop">
          <ac:chgData name="Jessica Aloi Rodriguez" userId="1fdb1b46-f6a3-4e1f-970c-8ca1e3dce219" providerId="ADAL" clId="{CEEE0D99-E473-4ABE-8BB8-11250F2F452D}" dt="2024-07-01T15:46:21.369" v="260" actId="1076"/>
          <ac:picMkLst>
            <pc:docMk/>
            <pc:sldMk cId="1452416642" sldId="476"/>
            <ac:picMk id="16" creationId="{DF3C72AF-2337-3B5D-33ED-BFF134DE50AC}"/>
          </ac:picMkLst>
        </pc:picChg>
        <pc:picChg chg="add mod modCrop">
          <ac:chgData name="Jessica Aloi Rodriguez" userId="1fdb1b46-f6a3-4e1f-970c-8ca1e3dce219" providerId="ADAL" clId="{CEEE0D99-E473-4ABE-8BB8-11250F2F452D}" dt="2024-07-01T15:46:22.880" v="261" actId="1076"/>
          <ac:picMkLst>
            <pc:docMk/>
            <pc:sldMk cId="1452416642" sldId="476"/>
            <ac:picMk id="17" creationId="{8053AAB7-4E99-6F46-4DC7-3AF59A13EE67}"/>
          </ac:picMkLst>
        </pc:picChg>
      </pc:sldChg>
      <pc:sldChg chg="modSp del mod ord">
        <pc:chgData name="Jessica Aloi Rodriguez" userId="1fdb1b46-f6a3-4e1f-970c-8ca1e3dce219" providerId="ADAL" clId="{CEEE0D99-E473-4ABE-8BB8-11250F2F452D}" dt="2024-07-08T14:54:40.169" v="1201" actId="47"/>
        <pc:sldMkLst>
          <pc:docMk/>
          <pc:sldMk cId="1478370616" sldId="476"/>
        </pc:sldMkLst>
        <pc:spChg chg="mod">
          <ac:chgData name="Jessica Aloi Rodriguez" userId="1fdb1b46-f6a3-4e1f-970c-8ca1e3dce219" providerId="ADAL" clId="{CEEE0D99-E473-4ABE-8BB8-11250F2F452D}" dt="2024-07-01T16:20:53.604" v="427"/>
          <ac:spMkLst>
            <pc:docMk/>
            <pc:sldMk cId="1478370616" sldId="476"/>
            <ac:spMk id="7" creationId="{E3B88604-D5C1-DD5C-0309-B0D54367BCA1}"/>
          </ac:spMkLst>
        </pc:spChg>
      </pc:sldChg>
      <pc:sldChg chg="new del">
        <pc:chgData name="Jessica Aloi Rodriguez" userId="1fdb1b46-f6a3-4e1f-970c-8ca1e3dce219" providerId="ADAL" clId="{CEEE0D99-E473-4ABE-8BB8-11250F2F452D}" dt="2024-07-01T15:59:28.850" v="282" actId="47"/>
        <pc:sldMkLst>
          <pc:docMk/>
          <pc:sldMk cId="1517803680" sldId="477"/>
        </pc:sldMkLst>
      </pc:sldChg>
      <pc:sldChg chg="modSp add del mod">
        <pc:chgData name="Jessica Aloi Rodriguez" userId="1fdb1b46-f6a3-4e1f-970c-8ca1e3dce219" providerId="ADAL" clId="{CEEE0D99-E473-4ABE-8BB8-11250F2F452D}" dt="2024-07-08T14:54:27.710" v="1183" actId="47"/>
        <pc:sldMkLst>
          <pc:docMk/>
          <pc:sldMk cId="9858980" sldId="478"/>
        </pc:sldMkLst>
        <pc:spChg chg="mod">
          <ac:chgData name="Jessica Aloi Rodriguez" userId="1fdb1b46-f6a3-4e1f-970c-8ca1e3dce219" providerId="ADAL" clId="{CEEE0D99-E473-4ABE-8BB8-11250F2F452D}" dt="2024-07-01T15:59:35.905" v="295" actId="20577"/>
          <ac:spMkLst>
            <pc:docMk/>
            <pc:sldMk cId="9858980" sldId="478"/>
            <ac:spMk id="2" creationId="{E8584618-1E64-4BB6-1FBB-D5F8F1F99936}"/>
          </ac:spMkLst>
        </pc:spChg>
      </pc:sldChg>
      <pc:sldChg chg="addSp delSp modSp del mod">
        <pc:chgData name="Jessica Aloi Rodriguez" userId="1fdb1b46-f6a3-4e1f-970c-8ca1e3dce219" providerId="ADAL" clId="{CEEE0D99-E473-4ABE-8BB8-11250F2F452D}" dt="2024-07-01T17:58:07.905" v="1126" actId="47"/>
        <pc:sldMkLst>
          <pc:docMk/>
          <pc:sldMk cId="282622759" sldId="479"/>
        </pc:sldMkLst>
        <pc:spChg chg="add mod">
          <ac:chgData name="Jessica Aloi Rodriguez" userId="1fdb1b46-f6a3-4e1f-970c-8ca1e3dce219" providerId="ADAL" clId="{CEEE0D99-E473-4ABE-8BB8-11250F2F452D}" dt="2024-07-01T16:46:42.776" v="948" actId="21"/>
          <ac:spMkLst>
            <pc:docMk/>
            <pc:sldMk cId="282622759" sldId="479"/>
            <ac:spMk id="2" creationId="{11AFE2A5-B427-152D-A847-12296A4B800D}"/>
          </ac:spMkLst>
        </pc:spChg>
        <pc:spChg chg="mod">
          <ac:chgData name="Jessica Aloi Rodriguez" userId="1fdb1b46-f6a3-4e1f-970c-8ca1e3dce219" providerId="ADAL" clId="{CEEE0D99-E473-4ABE-8BB8-11250F2F452D}" dt="2024-07-01T16:44:34.650" v="688" actId="20577"/>
          <ac:spMkLst>
            <pc:docMk/>
            <pc:sldMk cId="282622759" sldId="479"/>
            <ac:spMk id="11" creationId="{8E1D0CD2-625D-BD4A-B0AD-81EB5764A550}"/>
          </ac:spMkLst>
        </pc:spChg>
        <pc:picChg chg="del">
          <ac:chgData name="Jessica Aloi Rodriguez" userId="1fdb1b46-f6a3-4e1f-970c-8ca1e3dce219" providerId="ADAL" clId="{CEEE0D99-E473-4ABE-8BB8-11250F2F452D}" dt="2024-07-01T16:44:35.404" v="689" actId="478"/>
          <ac:picMkLst>
            <pc:docMk/>
            <pc:sldMk cId="282622759" sldId="479"/>
            <ac:picMk id="3" creationId="{9E7603F3-4155-2943-9206-E426DD027DAB}"/>
          </ac:picMkLst>
        </pc:picChg>
      </pc:sldChg>
      <pc:sldChg chg="new del">
        <pc:chgData name="Jessica Aloi Rodriguez" userId="1fdb1b46-f6a3-4e1f-970c-8ca1e3dce219" providerId="ADAL" clId="{CEEE0D99-E473-4ABE-8BB8-11250F2F452D}" dt="2024-07-01T16:44:11.848" v="684" actId="680"/>
        <pc:sldMkLst>
          <pc:docMk/>
          <pc:sldMk cId="935966711" sldId="479"/>
        </pc:sldMkLst>
      </pc:sldChg>
      <pc:sldChg chg="addSp delSp add del setBg delDesignElem">
        <pc:chgData name="Jessica Aloi Rodriguez" userId="1fdb1b46-f6a3-4e1f-970c-8ca1e3dce219" providerId="ADAL" clId="{CEEE0D99-E473-4ABE-8BB8-11250F2F452D}" dt="2024-07-01T16:44:29.988" v="687"/>
        <pc:sldMkLst>
          <pc:docMk/>
          <pc:sldMk cId="2062643621" sldId="479"/>
        </pc:sldMkLst>
        <pc:spChg chg="add del">
          <ac:chgData name="Jessica Aloi Rodriguez" userId="1fdb1b46-f6a3-4e1f-970c-8ca1e3dce219" providerId="ADAL" clId="{CEEE0D99-E473-4ABE-8BB8-11250F2F452D}" dt="2024-07-01T16:44:29.988" v="687"/>
          <ac:spMkLst>
            <pc:docMk/>
            <pc:sldMk cId="2062643621" sldId="479"/>
            <ac:spMk id="8" creationId="{CB972422-B794-4FA8-BCC6-BAF6938A1B53}"/>
          </ac:spMkLst>
        </pc:spChg>
        <pc:spChg chg="add del">
          <ac:chgData name="Jessica Aloi Rodriguez" userId="1fdb1b46-f6a3-4e1f-970c-8ca1e3dce219" providerId="ADAL" clId="{CEEE0D99-E473-4ABE-8BB8-11250F2F452D}" dt="2024-07-01T16:44:29.988" v="687"/>
          <ac:spMkLst>
            <pc:docMk/>
            <pc:sldMk cId="2062643621" sldId="479"/>
            <ac:spMk id="10" creationId="{89DE9E2B-5611-49C8-862E-AD4D43A8AA6D}"/>
          </ac:spMkLst>
        </pc:spChg>
        <pc:spChg chg="add del">
          <ac:chgData name="Jessica Aloi Rodriguez" userId="1fdb1b46-f6a3-4e1f-970c-8ca1e3dce219" providerId="ADAL" clId="{CEEE0D99-E473-4ABE-8BB8-11250F2F452D}" dt="2024-07-01T16:44:29.988" v="687"/>
          <ac:spMkLst>
            <pc:docMk/>
            <pc:sldMk cId="2062643621" sldId="479"/>
            <ac:spMk id="14" creationId="{519C7155-1644-4C60-B0B5-32B1800D6044}"/>
          </ac:spMkLst>
        </pc:spChg>
        <pc:cxnChg chg="add del">
          <ac:chgData name="Jessica Aloi Rodriguez" userId="1fdb1b46-f6a3-4e1f-970c-8ca1e3dce219" providerId="ADAL" clId="{CEEE0D99-E473-4ABE-8BB8-11250F2F452D}" dt="2024-07-01T16:44:29.988" v="687"/>
          <ac:cxnSpMkLst>
            <pc:docMk/>
            <pc:sldMk cId="2062643621" sldId="479"/>
            <ac:cxnSpMk id="12" creationId="{5296EC4F-8732-481B-94CB-C98E4EF297FF}"/>
          </ac:cxnSpMkLst>
        </pc:cxnChg>
      </pc:sldChg>
      <pc:sldChg chg="addSp delSp modSp new del mod">
        <pc:chgData name="Jessica Aloi Rodriguez" userId="1fdb1b46-f6a3-4e1f-970c-8ca1e3dce219" providerId="ADAL" clId="{CEEE0D99-E473-4ABE-8BB8-11250F2F452D}" dt="2024-07-08T14:54:41.680" v="1202" actId="47"/>
        <pc:sldMkLst>
          <pc:docMk/>
          <pc:sldMk cId="2914690413" sldId="480"/>
        </pc:sldMkLst>
        <pc:spChg chg="mod">
          <ac:chgData name="Jessica Aloi Rodriguez" userId="1fdb1b46-f6a3-4e1f-970c-8ca1e3dce219" providerId="ADAL" clId="{CEEE0D99-E473-4ABE-8BB8-11250F2F452D}" dt="2024-07-01T16:49:36.015" v="963" actId="113"/>
          <ac:spMkLst>
            <pc:docMk/>
            <pc:sldMk cId="2914690413" sldId="480"/>
            <ac:spMk id="2" creationId="{9B5A70EC-6ACE-62EF-62A9-B7679C294ED8}"/>
          </ac:spMkLst>
        </pc:spChg>
        <pc:spChg chg="del mod">
          <ac:chgData name="Jessica Aloi Rodriguez" userId="1fdb1b46-f6a3-4e1f-970c-8ca1e3dce219" providerId="ADAL" clId="{CEEE0D99-E473-4ABE-8BB8-11250F2F452D}" dt="2024-07-01T16:57:56.409" v="971" actId="478"/>
          <ac:spMkLst>
            <pc:docMk/>
            <pc:sldMk cId="2914690413" sldId="480"/>
            <ac:spMk id="3" creationId="{01BFCEB3-75C7-F2A2-7823-81F56249C5D8}"/>
          </ac:spMkLst>
        </pc:spChg>
        <pc:spChg chg="add mod">
          <ac:chgData name="Jessica Aloi Rodriguez" userId="1fdb1b46-f6a3-4e1f-970c-8ca1e3dce219" providerId="ADAL" clId="{CEEE0D99-E473-4ABE-8BB8-11250F2F452D}" dt="2024-07-01T18:00:43.302" v="1128" actId="20577"/>
          <ac:spMkLst>
            <pc:docMk/>
            <pc:sldMk cId="2914690413" sldId="480"/>
            <ac:spMk id="4" creationId="{7F646EA1-CE79-274D-0BFA-24B20432EFEA}"/>
          </ac:spMkLst>
        </pc:spChg>
        <pc:spChg chg="add del mod">
          <ac:chgData name="Jessica Aloi Rodriguez" userId="1fdb1b46-f6a3-4e1f-970c-8ca1e3dce219" providerId="ADAL" clId="{CEEE0D99-E473-4ABE-8BB8-11250F2F452D}" dt="2024-07-01T16:57:58.459" v="972" actId="478"/>
          <ac:spMkLst>
            <pc:docMk/>
            <pc:sldMk cId="2914690413" sldId="480"/>
            <ac:spMk id="6" creationId="{6303E67E-7711-B683-7042-8ECD2FDB1842}"/>
          </ac:spMkLst>
        </pc:spChg>
      </pc:sldChg>
      <pc:sldChg chg="del">
        <pc:chgData name="Jessica Aloi Rodriguez" userId="1fdb1b46-f6a3-4e1f-970c-8ca1e3dce219" providerId="ADAL" clId="{CEEE0D99-E473-4ABE-8BB8-11250F2F452D}" dt="2024-07-08T14:54:43.112" v="1203" actId="47"/>
        <pc:sldMkLst>
          <pc:docMk/>
          <pc:sldMk cId="646739620" sldId="4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007D2-08F4-418F-AE90-44D2A7AE0C3F}" type="datetimeFigureOut">
              <a:rPr lang="en-US" smtClean="0"/>
              <a:t>7/10/2024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FD7468-75B3-41AE-9C4E-22CC7ACBD47F}" type="slidenum">
              <a:rPr lang="en-US" smtClean="0"/>
              <a:t>‹#›</a:t>
            </a:fld>
            <a:endParaRPr lang="en-US"/>
          </a:p>
        </p:txBody>
      </p:sp>
    </p:spTree>
    <p:extLst>
      <p:ext uri="{BB962C8B-B14F-4D97-AF65-F5344CB8AC3E}">
        <p14:creationId xmlns:p14="http://schemas.microsoft.com/office/powerpoint/2010/main" val="2058625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CDCFD5A-D2D4-4773-84E0-1B3A3DE46CF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6675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9133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4160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4675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7175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8775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4138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8126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986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8491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4163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4453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4082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2735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48453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0188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0855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8546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5441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0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2165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300019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3509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1602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2361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5102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4863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85817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396046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CDCFD5A-D2D4-4773-84E0-1B3A3DE46CF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53078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D7468-75B3-41AE-9C4E-22CC7ACBD4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0318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113187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741298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73A21B78-CDDB-4C02-B6D4-357E78AB9B2D}" type="datetimeFigureOut">
              <a:rPr lang="en-US" smtClean="0"/>
              <a:t>7/10/2024</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73287EF7-B5A1-443B-B80B-AE5D3D638BC5}" type="slidenum">
              <a:rPr lang="en-US" smtClean="0"/>
              <a:t>‹#›</a:t>
            </a:fld>
            <a:endParaRPr lang="en-US"/>
          </a:p>
        </p:txBody>
      </p:sp>
    </p:spTree>
    <p:extLst>
      <p:ext uri="{BB962C8B-B14F-4D97-AF65-F5344CB8AC3E}">
        <p14:creationId xmlns:p14="http://schemas.microsoft.com/office/powerpoint/2010/main" val="302442491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A21B78-CDDB-4C02-B6D4-357E78AB9B2D}"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4236970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21B78-CDDB-4C02-B6D4-357E78AB9B2D}" type="datetimeFigureOut">
              <a:rPr lang="en-US" smtClean="0"/>
              <a:t>7/10/2024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606865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A21B78-CDDB-4C02-B6D4-357E78AB9B2D}" type="datetimeFigureOut">
              <a:rPr lang="en-US" smtClean="0"/>
              <a:t>7/10/2024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809924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21B78-CDDB-4C02-B6D4-357E78AB9B2D}" type="datetimeFigureOut">
              <a:rPr lang="en-US" smtClean="0"/>
              <a:t>7/10/2024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4269889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21B78-CDDB-4C02-B6D4-357E78AB9B2D}"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3135937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A21B78-CDDB-4C02-B6D4-357E78AB9B2D}" type="datetimeFigureOut">
              <a:rPr lang="en-US" smtClean="0"/>
              <a:t>7/10/2024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89652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21B78-CDDB-4C02-B6D4-357E78AB9B2D}" type="datetimeFigureOut">
              <a:rPr lang="en-US" smtClean="0"/>
              <a:t>7/10/2024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840128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73A21B78-CDDB-4C02-B6D4-357E78AB9B2D}" type="datetimeFigureOut">
              <a:rPr lang="en-US" smtClean="0"/>
              <a:t>7/10/2024</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73287EF7-B5A1-443B-B80B-AE5D3D638BC5}" type="slidenum">
              <a:rPr lang="en-US" smtClean="0"/>
              <a:t>‹#›</a:t>
            </a:fld>
            <a:endParaRPr lang="en-US"/>
          </a:p>
        </p:txBody>
      </p:sp>
    </p:spTree>
    <p:extLst>
      <p:ext uri="{BB962C8B-B14F-4D97-AF65-F5344CB8AC3E}">
        <p14:creationId xmlns:p14="http://schemas.microsoft.com/office/powerpoint/2010/main" val="26955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73A21B78-CDDB-4C02-B6D4-357E78AB9B2D}" type="datetimeFigureOut">
              <a:rPr lang="en-US" smtClean="0"/>
              <a:t>7/10/2024</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73287EF7-B5A1-443B-B80B-AE5D3D638BC5}" type="slidenum">
              <a:rPr lang="en-US" smtClean="0"/>
              <a:t>‹#›</a:t>
            </a:fld>
            <a:endParaRPr lang="en-US"/>
          </a:p>
        </p:txBody>
      </p:sp>
    </p:spTree>
    <p:extLst>
      <p:ext uri="{BB962C8B-B14F-4D97-AF65-F5344CB8AC3E}">
        <p14:creationId xmlns:p14="http://schemas.microsoft.com/office/powerpoint/2010/main" val="104443996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618-1E64-4BB6-1FBB-D5F8F1F99936}"/>
              </a:ext>
            </a:extLst>
          </p:cNvPr>
          <p:cNvSpPr>
            <a:spLocks noGrp="1"/>
          </p:cNvSpPr>
          <p:nvPr>
            <p:ph type="ctrTitle"/>
          </p:nvPr>
        </p:nvSpPr>
        <p:spPr/>
        <p:txBody>
          <a:bodyPr>
            <a:normAutofit/>
          </a:bodyPr>
          <a:lstStyle/>
          <a:p>
            <a:r>
              <a:rPr lang="en-US" sz="5400" b="1" dirty="0"/>
              <a:t>La </a:t>
            </a:r>
            <a:r>
              <a:rPr lang="en-US" sz="5400" b="1" dirty="0" err="1"/>
              <a:t>tecnología</a:t>
            </a:r>
            <a:endParaRPr lang="en-US" sz="5400" b="1" dirty="0"/>
          </a:p>
        </p:txBody>
      </p:sp>
    </p:spTree>
    <p:extLst>
      <p:ext uri="{BB962C8B-B14F-4D97-AF65-F5344CB8AC3E}">
        <p14:creationId xmlns:p14="http://schemas.microsoft.com/office/powerpoint/2010/main" val="2549507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1203960" y="495240"/>
            <a:ext cx="9784080" cy="988627"/>
          </a:xfrm>
        </p:spPr>
        <p:txBody>
          <a:bodyPr>
            <a:normAutofit/>
          </a:bodyPr>
          <a:lstStyle/>
          <a:p>
            <a:r>
              <a:rPr lang="en-US" b="1" dirty="0" err="1">
                <a:solidFill>
                  <a:srgbClr val="1F497D"/>
                </a:solidFill>
              </a:rPr>
              <a:t>Clase</a:t>
            </a:r>
            <a:r>
              <a:rPr lang="en-US" b="1" dirty="0">
                <a:solidFill>
                  <a:srgbClr val="1F497D"/>
                </a:solidFill>
              </a:rPr>
              <a:t> </a:t>
            </a:r>
            <a:r>
              <a:rPr lang="en-US" b="1" dirty="0" err="1">
                <a:solidFill>
                  <a:srgbClr val="1F497D"/>
                </a:solidFill>
              </a:rPr>
              <a:t>pasada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477983"/>
            <a:ext cx="10624668" cy="2862322"/>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i="0" u="none" strike="noStrike" kern="1200" cap="none" spc="0" normalizeH="0" baseline="0" noProof="0" dirty="0">
                <a:ln>
                  <a:noFill/>
                </a:ln>
                <a:effectLst/>
                <a:uLnTx/>
                <a:uFillTx/>
                <a:latin typeface="Corbel" panose="020B0503020204020204"/>
                <a:ea typeface="+mn-ea"/>
                <a:cs typeface="+mn-cs"/>
              </a:rPr>
              <a:t>La </a:t>
            </a:r>
            <a:r>
              <a:rPr kumimoji="0" lang="en-US" sz="3600" i="0" u="none" strike="noStrike" kern="1200" cap="none" spc="0" normalizeH="0" baseline="0" noProof="0" dirty="0" err="1">
                <a:ln>
                  <a:noFill/>
                </a:ln>
                <a:effectLst/>
                <a:uLnTx/>
                <a:uFillTx/>
                <a:latin typeface="Corbel" panose="020B0503020204020204"/>
                <a:ea typeface="+mn-ea"/>
                <a:cs typeface="+mn-cs"/>
              </a:rPr>
              <a:t>oferta</a:t>
            </a:r>
            <a:r>
              <a:rPr kumimoji="0" lang="en-US" sz="3600" i="0" u="none" strike="noStrike" kern="1200" cap="none" spc="0" normalizeH="0" baseline="0" noProof="0" dirty="0">
                <a:ln>
                  <a:noFill/>
                </a:ln>
                <a:effectLst/>
                <a:uLnTx/>
                <a:uFillTx/>
                <a:latin typeface="Corbel" panose="020B0503020204020204"/>
                <a:ea typeface="+mn-ea"/>
                <a:cs typeface="+mn-cs"/>
              </a:rPr>
              <a:t> del mercado</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El </a:t>
            </a:r>
            <a:r>
              <a:rPr lang="en-US" sz="3600" dirty="0" err="1">
                <a:solidFill>
                  <a:prstClr val="black"/>
                </a:solidFill>
                <a:latin typeface="Corbel" panose="020B0503020204020204"/>
              </a:rPr>
              <a:t>equilibrio</a:t>
            </a:r>
            <a:r>
              <a:rPr lang="en-US" sz="3600" dirty="0">
                <a:solidFill>
                  <a:prstClr val="black"/>
                </a:solidFill>
                <a:latin typeface="Corbel" panose="020B0503020204020204"/>
              </a:rPr>
              <a:t> del mercado</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err="1">
                <a:solidFill>
                  <a:prstClr val="black"/>
                </a:solidFill>
                <a:latin typeface="Corbel" panose="020B0503020204020204"/>
              </a:rPr>
              <a:t>Impacto</a:t>
            </a:r>
            <a:r>
              <a:rPr lang="en-US" sz="3600" dirty="0">
                <a:solidFill>
                  <a:prstClr val="black"/>
                </a:solidFill>
                <a:latin typeface="Corbel" panose="020B0503020204020204"/>
              </a:rPr>
              <a:t> de las </a:t>
            </a:r>
            <a:r>
              <a:rPr lang="en-US" sz="3600" dirty="0" err="1">
                <a:solidFill>
                  <a:prstClr val="black"/>
                </a:solidFill>
                <a:latin typeface="Corbel" panose="020B0503020204020204"/>
              </a:rPr>
              <a:t>políticas</a:t>
            </a:r>
            <a:r>
              <a:rPr lang="en-US" sz="3600" dirty="0">
                <a:solidFill>
                  <a:prstClr val="black"/>
                </a:solidFill>
                <a:latin typeface="Corbel" panose="020B0503020204020204"/>
              </a:rPr>
              <a:t> </a:t>
            </a:r>
            <a:r>
              <a:rPr lang="en-US" sz="3600" dirty="0" err="1">
                <a:solidFill>
                  <a:prstClr val="black"/>
                </a:solidFill>
                <a:latin typeface="Corbel" panose="020B0503020204020204"/>
              </a:rPr>
              <a:t>económicas</a:t>
            </a:r>
            <a:r>
              <a:rPr lang="en-US" sz="3600" dirty="0">
                <a:solidFill>
                  <a:prstClr val="black"/>
                </a:solidFill>
                <a:latin typeface="Corbel" panose="020B0503020204020204"/>
              </a:rPr>
              <a:t>: </a:t>
            </a:r>
            <a:r>
              <a:rPr lang="en-US" sz="3600" dirty="0" err="1">
                <a:solidFill>
                  <a:prstClr val="black"/>
                </a:solidFill>
                <a:latin typeface="Corbel" panose="020B0503020204020204"/>
              </a:rPr>
              <a:t>impuestos</a:t>
            </a:r>
            <a:endParaRPr lang="en-US" sz="3600" dirty="0">
              <a:solidFill>
                <a:prstClr val="black"/>
              </a:solidFill>
              <a:latin typeface="Corbel" panose="020B0503020204020204"/>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prstClr val="black"/>
                </a:solidFill>
                <a:latin typeface="Corbel" panose="020B0503020204020204"/>
              </a:rPr>
              <a:t>La </a:t>
            </a:r>
            <a:r>
              <a:rPr lang="en-US" sz="3600" dirty="0" err="1">
                <a:solidFill>
                  <a:prstClr val="black"/>
                </a:solidFill>
                <a:latin typeface="Corbel" panose="020B0503020204020204"/>
              </a:rPr>
              <a:t>pérdida</a:t>
            </a:r>
            <a:r>
              <a:rPr lang="en-US" sz="3600" dirty="0">
                <a:solidFill>
                  <a:prstClr val="black"/>
                </a:solidFill>
                <a:latin typeface="Corbel" panose="020B0503020204020204"/>
              </a:rPr>
              <a:t> irrecuperable de </a:t>
            </a:r>
            <a:r>
              <a:rPr lang="en-US" sz="3600" dirty="0" err="1">
                <a:solidFill>
                  <a:prstClr val="black"/>
                </a:solidFill>
                <a:latin typeface="Corbel" panose="020B0503020204020204"/>
              </a:rPr>
              <a:t>eficiencia</a:t>
            </a:r>
            <a:r>
              <a:rPr lang="en-US" sz="3600" dirty="0">
                <a:solidFill>
                  <a:prstClr val="black"/>
                </a:solidFill>
                <a:latin typeface="Corbel" panose="020B0503020204020204"/>
              </a:rPr>
              <a:t> </a:t>
            </a:r>
            <a:r>
              <a:rPr lang="en-US" sz="3600" dirty="0" err="1">
                <a:solidFill>
                  <a:prstClr val="black"/>
                </a:solidFill>
                <a:latin typeface="Corbel" panose="020B0503020204020204"/>
              </a:rPr>
              <a:t>provocada</a:t>
            </a:r>
            <a:r>
              <a:rPr lang="en-US" sz="3600" dirty="0">
                <a:solidFill>
                  <a:prstClr val="black"/>
                </a:solidFill>
                <a:latin typeface="Corbel" panose="020B0503020204020204"/>
              </a:rPr>
              <a:t> por los </a:t>
            </a:r>
            <a:r>
              <a:rPr lang="en-US" sz="3600" dirty="0" err="1">
                <a:solidFill>
                  <a:prstClr val="black"/>
                </a:solidFill>
                <a:latin typeface="Corbel" panose="020B0503020204020204"/>
              </a:rPr>
              <a:t>impuestos</a:t>
            </a:r>
            <a:endParaRPr lang="en-US" sz="3600" dirty="0">
              <a:solidFill>
                <a:prstClr val="black"/>
              </a:solidFill>
              <a:latin typeface="Corbel" panose="020B0503020204020204"/>
            </a:endParaRPr>
          </a:p>
        </p:txBody>
      </p:sp>
    </p:spTree>
    <p:extLst>
      <p:ext uri="{BB962C8B-B14F-4D97-AF65-F5344CB8AC3E}">
        <p14:creationId xmlns:p14="http://schemas.microsoft.com/office/powerpoint/2010/main" val="74962844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1203960" y="495240"/>
            <a:ext cx="9784080" cy="988627"/>
          </a:xfrm>
        </p:spPr>
        <p:txBody>
          <a:bodyPr>
            <a:normAutofit/>
          </a:bodyPr>
          <a:lstStyle/>
          <a:p>
            <a:r>
              <a:rPr lang="en-US" b="1" dirty="0">
                <a:solidFill>
                  <a:srgbClr val="1F497D"/>
                </a:solidFill>
              </a:rPr>
              <a:t>Temas a </a:t>
            </a:r>
            <a:r>
              <a:rPr lang="en-US" b="1" dirty="0" err="1">
                <a:solidFill>
                  <a:srgbClr val="1F497D"/>
                </a:solidFill>
              </a:rPr>
              <a:t>desarrollar</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6" y="1477983"/>
            <a:ext cx="10624668" cy="5632311"/>
          </a:xfrm>
          <a:prstGeom prst="rect">
            <a:avLst/>
          </a:prstGeom>
          <a:noFill/>
        </p:spPr>
        <p:txBody>
          <a:bodyPr wrap="square">
            <a:spAutoFit/>
          </a:bodyPr>
          <a:lstStyle/>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Los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factores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y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los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productos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Restricciones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tecnológicas</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Propiedades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la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función</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producción</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Relación</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técnica</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sustitución</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P</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roducto</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marginal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decreciente</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El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corto</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y largo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plazo</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Los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rendimientos</a:t>
            </a:r>
            <a:r>
              <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rPr>
              <a:t> de </a:t>
            </a:r>
            <a:r>
              <a:rPr kumimoji="0" lang="en-US" sz="3600" b="0" i="0" u="none" strike="noStrike" kern="1200" cap="none" spc="0" normalizeH="0" baseline="0" noProof="0" dirty="0" err="1">
                <a:ln>
                  <a:noFill/>
                </a:ln>
                <a:solidFill>
                  <a:prstClr val="black"/>
                </a:solidFill>
                <a:effectLst/>
                <a:uLnTx/>
                <a:uFillTx/>
                <a:latin typeface="Corbel" panose="020B0503020204020204"/>
                <a:ea typeface="+mn-ea"/>
                <a:cs typeface="+mn-cs"/>
              </a:rPr>
              <a:t>escala</a:t>
            </a: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408453391"/>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Introducción</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5016758"/>
          </a:xfrm>
          <a:prstGeom prst="rect">
            <a:avLst/>
          </a:prstGeom>
          <a:noFill/>
        </p:spPr>
        <p:txBody>
          <a:bodyPr wrap="square">
            <a:spAutoFit/>
          </a:bodyPr>
          <a:lstStyle/>
          <a:p>
            <a:pPr marL="457200" indent="-457200" algn="just">
              <a:buFont typeface="Arial" panose="020B0604020202020204" pitchFamily="34" charset="0"/>
              <a:buChar char="•"/>
            </a:pPr>
            <a:r>
              <a:rPr lang="en-US" sz="3200" dirty="0" err="1">
                <a:solidFill>
                  <a:prstClr val="black"/>
                </a:solidFill>
                <a:latin typeface="Corbel" panose="020B0503020204020204"/>
              </a:rPr>
              <a:t>Iniciamos</a:t>
            </a:r>
            <a:r>
              <a:rPr lang="en-US" sz="3200" dirty="0">
                <a:solidFill>
                  <a:prstClr val="black"/>
                </a:solidFill>
                <a:latin typeface="Corbel" panose="020B0503020204020204"/>
              </a:rPr>
              <a:t> </a:t>
            </a:r>
            <a:r>
              <a:rPr lang="en-US" sz="3200" dirty="0" err="1">
                <a:solidFill>
                  <a:prstClr val="black"/>
                </a:solidFill>
                <a:latin typeface="Corbel" panose="020B0503020204020204"/>
              </a:rPr>
              <a:t>el</a:t>
            </a:r>
            <a:r>
              <a:rPr lang="en-US" sz="3200" dirty="0">
                <a:solidFill>
                  <a:prstClr val="black"/>
                </a:solidFill>
                <a:latin typeface="Corbel" panose="020B0503020204020204"/>
              </a:rPr>
              <a:t> </a:t>
            </a:r>
            <a:r>
              <a:rPr lang="en-US" sz="3200" dirty="0" err="1">
                <a:solidFill>
                  <a:prstClr val="black"/>
                </a:solidFill>
                <a:latin typeface="Corbel" panose="020B0503020204020204"/>
              </a:rPr>
              <a:t>estudio</a:t>
            </a:r>
            <a:r>
              <a:rPr lang="en-US" sz="3200" dirty="0">
                <a:solidFill>
                  <a:prstClr val="black"/>
                </a:solidFill>
                <a:latin typeface="Corbel" panose="020B0503020204020204"/>
              </a:rPr>
              <a:t> de la </a:t>
            </a:r>
            <a:r>
              <a:rPr lang="en-US" sz="3200" b="1" dirty="0" err="1">
                <a:solidFill>
                  <a:prstClr val="black"/>
                </a:solidFill>
                <a:latin typeface="Corbel" panose="020B0503020204020204"/>
              </a:rPr>
              <a:t>conducta</a:t>
            </a:r>
            <a:r>
              <a:rPr lang="en-US" sz="3200" b="1" dirty="0">
                <a:solidFill>
                  <a:prstClr val="black"/>
                </a:solidFill>
                <a:latin typeface="Corbel" panose="020B0503020204020204"/>
              </a:rPr>
              <a:t> de la </a:t>
            </a:r>
            <a:r>
              <a:rPr lang="en-US" sz="3200" b="1" dirty="0" err="1">
                <a:solidFill>
                  <a:prstClr val="black"/>
                </a:solidFill>
                <a:latin typeface="Corbel" panose="020B0503020204020204"/>
              </a:rPr>
              <a:t>empresa</a:t>
            </a:r>
            <a:endParaRPr lang="en-US" sz="3200" b="1" dirty="0">
              <a:solidFill>
                <a:prstClr val="black"/>
              </a:solidFill>
              <a:latin typeface="Corbel" panose="020B0503020204020204"/>
            </a:endParaRPr>
          </a:p>
          <a:p>
            <a:pPr marL="457200" indent="-457200" algn="just">
              <a:buFont typeface="Arial" panose="020B0604020202020204" pitchFamily="34" charset="0"/>
              <a:buChar char="•"/>
            </a:pPr>
            <a:endParaRPr lang="en-US" sz="2800" b="1" dirty="0">
              <a:solidFill>
                <a:prstClr val="black"/>
              </a:solidFill>
              <a:latin typeface="Corbel" panose="020B0503020204020204"/>
            </a:endParaRPr>
          </a:p>
          <a:p>
            <a:pPr marL="457200" indent="-457200" algn="just">
              <a:buFont typeface="Arial" panose="020B0604020202020204" pitchFamily="34" charset="0"/>
              <a:buChar char="•"/>
            </a:pPr>
            <a:r>
              <a:rPr lang="en-US" sz="3200" dirty="0" err="1">
                <a:solidFill>
                  <a:prstClr val="black"/>
                </a:solidFill>
                <a:latin typeface="Corbel" panose="020B0503020204020204"/>
              </a:rPr>
              <a:t>Analizaremos</a:t>
            </a:r>
            <a:r>
              <a:rPr lang="en-US" sz="3200" dirty="0">
                <a:solidFill>
                  <a:prstClr val="black"/>
                </a:solidFill>
                <a:latin typeface="Corbel" panose="020B0503020204020204"/>
              </a:rPr>
              <a:t> </a:t>
            </a:r>
            <a:r>
              <a:rPr lang="en-US" sz="3200" dirty="0" err="1">
                <a:solidFill>
                  <a:prstClr val="black"/>
                </a:solidFill>
                <a:latin typeface="Corbel" panose="020B0503020204020204"/>
              </a:rPr>
              <a:t>el</a:t>
            </a:r>
            <a:r>
              <a:rPr lang="en-US" sz="3200" dirty="0">
                <a:solidFill>
                  <a:prstClr val="black"/>
                </a:solidFill>
                <a:latin typeface="Corbel" panose="020B0503020204020204"/>
              </a:rPr>
              <a:t> </a:t>
            </a:r>
            <a:r>
              <a:rPr lang="en-US" sz="3200" dirty="0" err="1">
                <a:solidFill>
                  <a:prstClr val="black"/>
                </a:solidFill>
                <a:latin typeface="Corbel" panose="020B0503020204020204"/>
              </a:rPr>
              <a:t>efecto</a:t>
            </a:r>
            <a:r>
              <a:rPr lang="en-US" sz="3200" dirty="0">
                <a:solidFill>
                  <a:prstClr val="black"/>
                </a:solidFill>
                <a:latin typeface="Corbel" panose="020B0503020204020204"/>
              </a:rPr>
              <a:t> de la </a:t>
            </a:r>
            <a:r>
              <a:rPr lang="en-US" sz="3200" dirty="0" err="1">
                <a:solidFill>
                  <a:prstClr val="black"/>
                </a:solidFill>
                <a:latin typeface="Corbel" panose="020B0503020204020204"/>
              </a:rPr>
              <a:t>naturaleza</a:t>
            </a:r>
            <a:r>
              <a:rPr lang="en-US" sz="3200" dirty="0">
                <a:solidFill>
                  <a:prstClr val="black"/>
                </a:solidFill>
                <a:latin typeface="Corbel" panose="020B0503020204020204"/>
              </a:rPr>
              <a:t> </a:t>
            </a:r>
            <a:r>
              <a:rPr lang="en-US" sz="3200" dirty="0" err="1">
                <a:solidFill>
                  <a:prstClr val="black"/>
                </a:solidFill>
                <a:latin typeface="Corbel" panose="020B0503020204020204"/>
              </a:rPr>
              <a:t>en</a:t>
            </a:r>
            <a:r>
              <a:rPr lang="en-US" sz="3200" dirty="0">
                <a:solidFill>
                  <a:prstClr val="black"/>
                </a:solidFill>
                <a:latin typeface="Corbel" panose="020B0503020204020204"/>
              </a:rPr>
              <a:t> la </a:t>
            </a:r>
            <a:r>
              <a:rPr lang="en-US" sz="3200" dirty="0" err="1">
                <a:solidFill>
                  <a:prstClr val="black"/>
                </a:solidFill>
                <a:latin typeface="Corbel" panose="020B0503020204020204"/>
              </a:rPr>
              <a:t>toma</a:t>
            </a:r>
            <a:r>
              <a:rPr lang="en-US" sz="3200" dirty="0">
                <a:solidFill>
                  <a:prstClr val="black"/>
                </a:solidFill>
                <a:latin typeface="Corbel" panose="020B0503020204020204"/>
              </a:rPr>
              <a:t> de </a:t>
            </a:r>
            <a:r>
              <a:rPr lang="en-US" sz="3200" dirty="0" err="1">
                <a:solidFill>
                  <a:prstClr val="black"/>
                </a:solidFill>
                <a:latin typeface="Corbel" panose="020B0503020204020204"/>
              </a:rPr>
              <a:t>decisiones</a:t>
            </a:r>
            <a:r>
              <a:rPr lang="en-US" sz="3200" dirty="0">
                <a:solidFill>
                  <a:prstClr val="black"/>
                </a:solidFill>
                <a:latin typeface="Corbel" panose="020B0503020204020204"/>
              </a:rPr>
              <a:t> de la </a:t>
            </a:r>
            <a:r>
              <a:rPr lang="en-US" sz="3200" dirty="0" err="1">
                <a:solidFill>
                  <a:prstClr val="black"/>
                </a:solidFill>
                <a:latin typeface="Corbel" panose="020B0503020204020204"/>
              </a:rPr>
              <a:t>empresa</a:t>
            </a:r>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marL="457200" indent="-457200" algn="just">
              <a:buFont typeface="Arial" panose="020B0604020202020204" pitchFamily="34" charset="0"/>
              <a:buChar char="•"/>
            </a:pPr>
            <a:r>
              <a:rPr lang="en-US" sz="3200" b="1" dirty="0">
                <a:solidFill>
                  <a:prstClr val="black"/>
                </a:solidFill>
                <a:latin typeface="Corbel" panose="020B0503020204020204"/>
              </a:rPr>
              <a:t>La </a:t>
            </a:r>
            <a:r>
              <a:rPr lang="en-US" sz="3200" b="1" dirty="0" err="1">
                <a:solidFill>
                  <a:prstClr val="black"/>
                </a:solidFill>
                <a:latin typeface="Corbel" panose="020B0503020204020204"/>
              </a:rPr>
              <a:t>teoría</a:t>
            </a:r>
            <a:r>
              <a:rPr lang="en-US" sz="3200" b="1" dirty="0">
                <a:solidFill>
                  <a:prstClr val="black"/>
                </a:solidFill>
                <a:latin typeface="Corbel" panose="020B0503020204020204"/>
              </a:rPr>
              <a:t> de la </a:t>
            </a:r>
            <a:r>
              <a:rPr lang="en-US" sz="3200" b="1" dirty="0" err="1">
                <a:solidFill>
                  <a:prstClr val="black"/>
                </a:solidFill>
                <a:latin typeface="Corbel" panose="020B0503020204020204"/>
              </a:rPr>
              <a:t>producción</a:t>
            </a:r>
            <a:r>
              <a:rPr lang="en-US" sz="3200" b="1" dirty="0">
                <a:solidFill>
                  <a:prstClr val="black"/>
                </a:solidFill>
                <a:latin typeface="Corbel" panose="020B0503020204020204"/>
              </a:rPr>
              <a:t>: </a:t>
            </a:r>
            <a:r>
              <a:rPr lang="es-ES" sz="3200" dirty="0">
                <a:solidFill>
                  <a:prstClr val="black"/>
                </a:solidFill>
                <a:latin typeface="Corbel" panose="020B0503020204020204"/>
              </a:rPr>
              <a:t>estudia la forma en que pueden combinarse los </a:t>
            </a:r>
            <a:r>
              <a:rPr lang="es-ES" sz="3200" u="sng" dirty="0">
                <a:solidFill>
                  <a:prstClr val="black"/>
                </a:solidFill>
                <a:latin typeface="Corbel" panose="020B0503020204020204"/>
              </a:rPr>
              <a:t>factores productivos </a:t>
            </a:r>
            <a:r>
              <a:rPr lang="es-ES" sz="3200" dirty="0">
                <a:solidFill>
                  <a:prstClr val="black"/>
                </a:solidFill>
                <a:latin typeface="Corbel" panose="020B0503020204020204"/>
              </a:rPr>
              <a:t>de forma eficiente para la obtención de productos o bienes</a:t>
            </a:r>
            <a:endParaRPr lang="en-US" sz="3200" dirty="0">
              <a:solidFill>
                <a:prstClr val="black"/>
              </a:solidFill>
              <a:latin typeface="Corbel" panose="020B0503020204020204"/>
            </a:endParaRP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p:spTree>
    <p:extLst>
      <p:ext uri="{BB962C8B-B14F-4D97-AF65-F5344CB8AC3E}">
        <p14:creationId xmlns:p14="http://schemas.microsoft.com/office/powerpoint/2010/main" val="94220886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Introducción</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2" name="TextBox 1">
            <a:extLst>
              <a:ext uri="{FF2B5EF4-FFF2-40B4-BE49-F238E27FC236}">
                <a16:creationId xmlns:a16="http://schemas.microsoft.com/office/drawing/2014/main" id="{AE545717-1E68-644D-327B-804C14E49689}"/>
              </a:ext>
            </a:extLst>
          </p:cNvPr>
          <p:cNvSpPr txBox="1"/>
          <p:nvPr/>
        </p:nvSpPr>
        <p:spPr>
          <a:xfrm>
            <a:off x="657225" y="1289993"/>
            <a:ext cx="11056057" cy="2616101"/>
          </a:xfrm>
          <a:prstGeom prst="rect">
            <a:avLst/>
          </a:prstGeom>
          <a:noFill/>
        </p:spPr>
        <p:txBody>
          <a:bodyPr wrap="square">
            <a:spAutoFit/>
          </a:bodyPr>
          <a:lstStyle/>
          <a:p>
            <a:pPr marL="457200" indent="-457200" algn="just">
              <a:buFont typeface="Arial" panose="020B0604020202020204" pitchFamily="34" charset="0"/>
              <a:buChar char="•"/>
            </a:pPr>
            <a:r>
              <a:rPr lang="en-US" sz="3200" dirty="0">
                <a:solidFill>
                  <a:prstClr val="black"/>
                </a:solidFill>
                <a:latin typeface="Corbel" panose="020B0503020204020204"/>
              </a:rPr>
              <a:t>La </a:t>
            </a:r>
            <a:r>
              <a:rPr lang="en-US" sz="3200" b="1" dirty="0" err="1">
                <a:solidFill>
                  <a:prstClr val="black"/>
                </a:solidFill>
                <a:latin typeface="Corbel" panose="020B0503020204020204"/>
              </a:rPr>
              <a:t>teoría</a:t>
            </a:r>
            <a:r>
              <a:rPr lang="en-US" sz="3200" b="1" dirty="0">
                <a:solidFill>
                  <a:prstClr val="black"/>
                </a:solidFill>
                <a:latin typeface="Corbel" panose="020B0503020204020204"/>
              </a:rPr>
              <a:t> de la </a:t>
            </a:r>
            <a:r>
              <a:rPr lang="en-US" sz="3200" b="1" dirty="0" err="1">
                <a:solidFill>
                  <a:prstClr val="black"/>
                </a:solidFill>
                <a:latin typeface="Corbel" panose="020B0503020204020204"/>
              </a:rPr>
              <a:t>empresa</a:t>
            </a:r>
            <a:r>
              <a:rPr lang="en-US" sz="3200" b="1" dirty="0">
                <a:solidFill>
                  <a:prstClr val="black"/>
                </a:solidFill>
                <a:latin typeface="Corbel" panose="020B0503020204020204"/>
              </a:rPr>
              <a:t> </a:t>
            </a:r>
            <a:r>
              <a:rPr lang="en-US" sz="3200" dirty="0">
                <a:solidFill>
                  <a:prstClr val="black"/>
                </a:solidFill>
                <a:latin typeface="Corbel" panose="020B0503020204020204"/>
              </a:rPr>
              <a:t>que </a:t>
            </a:r>
            <a:r>
              <a:rPr lang="en-US" sz="3200" dirty="0" err="1">
                <a:solidFill>
                  <a:prstClr val="black"/>
                </a:solidFill>
                <a:latin typeface="Corbel" panose="020B0503020204020204"/>
              </a:rPr>
              <a:t>explica</a:t>
            </a:r>
            <a:r>
              <a:rPr lang="en-US" sz="3200" dirty="0">
                <a:solidFill>
                  <a:prstClr val="black"/>
                </a:solidFill>
                <a:latin typeface="Corbel" panose="020B0503020204020204"/>
              </a:rPr>
              <a:t> </a:t>
            </a:r>
            <a:r>
              <a:rPr lang="en-US" sz="3200" dirty="0" err="1">
                <a:solidFill>
                  <a:prstClr val="black"/>
                </a:solidFill>
                <a:latin typeface="Corbel" panose="020B0503020204020204"/>
              </a:rPr>
              <a:t>como</a:t>
            </a:r>
            <a:r>
              <a:rPr lang="en-US" sz="3200" dirty="0">
                <a:solidFill>
                  <a:prstClr val="black"/>
                </a:solidFill>
                <a:latin typeface="Corbel" panose="020B0503020204020204"/>
              </a:rPr>
              <a:t> </a:t>
            </a:r>
            <a:r>
              <a:rPr lang="en-US" sz="3200" dirty="0" err="1">
                <a:solidFill>
                  <a:prstClr val="black"/>
                </a:solidFill>
                <a:latin typeface="Corbel" panose="020B0503020204020204"/>
              </a:rPr>
              <a:t>una</a:t>
            </a:r>
            <a:r>
              <a:rPr lang="en-US" sz="3200" dirty="0">
                <a:solidFill>
                  <a:prstClr val="black"/>
                </a:solidFill>
                <a:latin typeface="Corbel" panose="020B0503020204020204"/>
              </a:rPr>
              <a:t> </a:t>
            </a:r>
            <a:r>
              <a:rPr lang="en-US" sz="3200" dirty="0" err="1">
                <a:solidFill>
                  <a:prstClr val="black"/>
                </a:solidFill>
                <a:latin typeface="Corbel" panose="020B0503020204020204"/>
              </a:rPr>
              <a:t>empresa</a:t>
            </a:r>
            <a:r>
              <a:rPr lang="en-US" sz="3200" dirty="0">
                <a:solidFill>
                  <a:prstClr val="black"/>
                </a:solidFill>
                <a:latin typeface="Corbel" panose="020B0503020204020204"/>
              </a:rPr>
              <a:t> </a:t>
            </a:r>
            <a:r>
              <a:rPr lang="en-US" sz="3200" dirty="0" err="1">
                <a:solidFill>
                  <a:prstClr val="black"/>
                </a:solidFill>
                <a:latin typeface="Corbel" panose="020B0503020204020204"/>
              </a:rPr>
              <a:t>toma</a:t>
            </a:r>
            <a:r>
              <a:rPr lang="en-US" sz="3200" dirty="0">
                <a:solidFill>
                  <a:prstClr val="black"/>
                </a:solidFill>
                <a:latin typeface="Corbel" panose="020B0503020204020204"/>
              </a:rPr>
              <a:t> las decisions de </a:t>
            </a:r>
            <a:r>
              <a:rPr lang="en-US" sz="3200" dirty="0" err="1">
                <a:solidFill>
                  <a:prstClr val="black"/>
                </a:solidFill>
                <a:latin typeface="Corbel" panose="020B0503020204020204"/>
              </a:rPr>
              <a:t>producción</a:t>
            </a:r>
            <a:r>
              <a:rPr lang="en-US" sz="3200" dirty="0">
                <a:solidFill>
                  <a:prstClr val="black"/>
                </a:solidFill>
                <a:latin typeface="Corbel" panose="020B0503020204020204"/>
              </a:rPr>
              <a:t> que </a:t>
            </a:r>
            <a:r>
              <a:rPr lang="en-US" sz="3200" dirty="0" err="1">
                <a:solidFill>
                  <a:prstClr val="black"/>
                </a:solidFill>
                <a:latin typeface="Corbel" panose="020B0503020204020204"/>
              </a:rPr>
              <a:t>minimiza</a:t>
            </a:r>
            <a:r>
              <a:rPr lang="en-US" sz="3200" dirty="0">
                <a:solidFill>
                  <a:prstClr val="black"/>
                </a:solidFill>
                <a:latin typeface="Corbel" panose="020B0503020204020204"/>
              </a:rPr>
              <a:t> sus </a:t>
            </a:r>
            <a:r>
              <a:rPr lang="en-US" sz="3200" dirty="0" err="1">
                <a:solidFill>
                  <a:prstClr val="black"/>
                </a:solidFill>
                <a:latin typeface="Corbel" panose="020B0503020204020204"/>
              </a:rPr>
              <a:t>costos</a:t>
            </a:r>
            <a:r>
              <a:rPr lang="en-US" sz="3200" dirty="0">
                <a:solidFill>
                  <a:prstClr val="black"/>
                </a:solidFill>
                <a:latin typeface="Corbel" panose="020B0503020204020204"/>
              </a:rPr>
              <a:t> y </a:t>
            </a:r>
            <a:r>
              <a:rPr lang="en-US" sz="3200" dirty="0" err="1">
                <a:solidFill>
                  <a:prstClr val="black"/>
                </a:solidFill>
                <a:latin typeface="Corbel" panose="020B0503020204020204"/>
              </a:rPr>
              <a:t>cómo</a:t>
            </a:r>
            <a:r>
              <a:rPr lang="en-US" sz="3200" dirty="0">
                <a:solidFill>
                  <a:prstClr val="black"/>
                </a:solidFill>
                <a:latin typeface="Corbel" panose="020B0503020204020204"/>
              </a:rPr>
              <a:t> </a:t>
            </a:r>
            <a:r>
              <a:rPr lang="en-US" sz="3200" dirty="0" err="1">
                <a:solidFill>
                  <a:prstClr val="black"/>
                </a:solidFill>
                <a:latin typeface="Corbel" panose="020B0503020204020204"/>
              </a:rPr>
              <a:t>varían</a:t>
            </a:r>
            <a:r>
              <a:rPr lang="en-US" sz="3200" dirty="0">
                <a:solidFill>
                  <a:prstClr val="black"/>
                </a:solidFill>
                <a:latin typeface="Corbel" panose="020B0503020204020204"/>
              </a:rPr>
              <a:t> </a:t>
            </a:r>
            <a:r>
              <a:rPr lang="en-US" sz="3200" dirty="0" err="1">
                <a:solidFill>
                  <a:prstClr val="black"/>
                </a:solidFill>
                <a:latin typeface="Corbel" panose="020B0503020204020204"/>
              </a:rPr>
              <a:t>los</a:t>
            </a:r>
            <a:r>
              <a:rPr lang="en-US" sz="3200" dirty="0">
                <a:solidFill>
                  <a:prstClr val="black"/>
                </a:solidFill>
                <a:latin typeface="Corbel" panose="020B0503020204020204"/>
              </a:rPr>
              <a:t> </a:t>
            </a:r>
            <a:r>
              <a:rPr lang="en-US" sz="3200" dirty="0" err="1">
                <a:solidFill>
                  <a:prstClr val="black"/>
                </a:solidFill>
                <a:latin typeface="Corbel" panose="020B0503020204020204"/>
              </a:rPr>
              <a:t>costes</a:t>
            </a:r>
            <a:r>
              <a:rPr lang="en-US" sz="3200" dirty="0">
                <a:solidFill>
                  <a:prstClr val="black"/>
                </a:solidFill>
                <a:latin typeface="Corbel" panose="020B0503020204020204"/>
              </a:rPr>
              <a:t> </a:t>
            </a:r>
            <a:r>
              <a:rPr lang="en-US" sz="3200" dirty="0" err="1">
                <a:solidFill>
                  <a:prstClr val="black"/>
                </a:solidFill>
                <a:latin typeface="Corbel" panose="020B0503020204020204"/>
              </a:rPr>
              <a:t>cuando</a:t>
            </a:r>
            <a:r>
              <a:rPr lang="en-US" sz="3200" dirty="0">
                <a:solidFill>
                  <a:prstClr val="black"/>
                </a:solidFill>
                <a:latin typeface="Corbel" panose="020B0503020204020204"/>
              </a:rPr>
              <a:t> </a:t>
            </a:r>
            <a:r>
              <a:rPr lang="en-US" sz="3200" dirty="0" err="1">
                <a:solidFill>
                  <a:prstClr val="black"/>
                </a:solidFill>
                <a:latin typeface="Corbel" panose="020B0503020204020204"/>
              </a:rPr>
              <a:t>varía</a:t>
            </a:r>
            <a:r>
              <a:rPr lang="en-US" sz="3200" dirty="0">
                <a:solidFill>
                  <a:prstClr val="black"/>
                </a:solidFill>
                <a:latin typeface="Corbel" panose="020B0503020204020204"/>
              </a:rPr>
              <a:t> la </a:t>
            </a:r>
            <a:r>
              <a:rPr lang="en-US" sz="3200" dirty="0" err="1">
                <a:solidFill>
                  <a:prstClr val="black"/>
                </a:solidFill>
                <a:latin typeface="Corbel" panose="020B0503020204020204"/>
              </a:rPr>
              <a:t>producción</a:t>
            </a:r>
            <a:r>
              <a:rPr lang="en-US" sz="3200" dirty="0">
                <a:solidFill>
                  <a:prstClr val="black"/>
                </a:solidFill>
                <a:latin typeface="Corbel" panose="020B0503020204020204"/>
              </a:rPr>
              <a:t>.</a:t>
            </a:r>
          </a:p>
          <a:p>
            <a:pPr marL="457200" indent="-457200" algn="just">
              <a:buFont typeface="Arial" panose="020B0604020202020204" pitchFamily="34" charset="0"/>
              <a:buChar char="•"/>
            </a:pPr>
            <a:endParaRPr lang="en-US" sz="3200" dirty="0">
              <a:solidFill>
                <a:prstClr val="black"/>
              </a:solidFill>
              <a:latin typeface="Corbel" panose="020B0503020204020204"/>
            </a:endParaRPr>
          </a:p>
          <a:p>
            <a:pPr algn="just"/>
            <a:endParaRPr lang="en-US" sz="3600" dirty="0">
              <a:solidFill>
                <a:prstClr val="black"/>
              </a:solidFill>
              <a:latin typeface="Corbel" panose="020B0503020204020204"/>
            </a:endParaRPr>
          </a:p>
        </p:txBody>
      </p:sp>
    </p:spTree>
    <p:extLst>
      <p:ext uri="{BB962C8B-B14F-4D97-AF65-F5344CB8AC3E}">
        <p14:creationId xmlns:p14="http://schemas.microsoft.com/office/powerpoint/2010/main" val="150569635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factores</a:t>
            </a:r>
            <a:r>
              <a:rPr lang="en-US" b="1" dirty="0">
                <a:solidFill>
                  <a:srgbClr val="1F497D"/>
                </a:solidFill>
              </a:rPr>
              <a:t> y </a:t>
            </a:r>
            <a:r>
              <a:rPr lang="en-US" b="1" dirty="0" err="1">
                <a:solidFill>
                  <a:srgbClr val="1F497D"/>
                </a:solidFill>
              </a:rPr>
              <a:t>los</a:t>
            </a:r>
            <a:r>
              <a:rPr lang="en-US" b="1" dirty="0">
                <a:solidFill>
                  <a:srgbClr val="1F497D"/>
                </a:solidFill>
              </a:rPr>
              <a:t> </a:t>
            </a:r>
            <a:r>
              <a:rPr lang="en-US" b="1" dirty="0" err="1">
                <a:solidFill>
                  <a:srgbClr val="1F497D"/>
                </a:solidFill>
              </a:rPr>
              <a:t>productos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sz="2800" b="1" dirty="0" err="1">
                <a:solidFill>
                  <a:prstClr val="black"/>
                </a:solidFill>
                <a:latin typeface="Corbel" panose="020B0503020204020204"/>
              </a:rPr>
              <a:t>Factores</a:t>
            </a:r>
            <a:r>
              <a:rPr lang="en-US" sz="2800" b="1" dirty="0">
                <a:solidFill>
                  <a:prstClr val="black"/>
                </a:solidFill>
                <a:latin typeface="Corbel" panose="020B0503020204020204"/>
              </a:rPr>
              <a:t> de </a:t>
            </a:r>
            <a:r>
              <a:rPr lang="en-US" sz="2800" b="1" dirty="0" err="1">
                <a:solidFill>
                  <a:prstClr val="black"/>
                </a:solidFill>
                <a:latin typeface="Corbel" panose="020B0503020204020204"/>
              </a:rPr>
              <a:t>producción</a:t>
            </a:r>
            <a:r>
              <a:rPr lang="en-US" sz="2800" b="1" dirty="0">
                <a:solidFill>
                  <a:prstClr val="black"/>
                </a:solidFill>
                <a:latin typeface="Corbel" panose="020B0503020204020204"/>
              </a:rPr>
              <a:t>: </a:t>
            </a:r>
            <a:r>
              <a:rPr lang="en-US" sz="2800" dirty="0">
                <a:solidFill>
                  <a:prstClr val="black"/>
                </a:solidFill>
                <a:latin typeface="Corbel" panose="020B0503020204020204"/>
              </a:rPr>
              <a:t>son </a:t>
            </a:r>
            <a:r>
              <a:rPr lang="en-US" sz="2800" dirty="0" err="1">
                <a:solidFill>
                  <a:prstClr val="black"/>
                </a:solidFill>
                <a:latin typeface="Corbel" panose="020B0503020204020204"/>
              </a:rPr>
              <a:t>los</a:t>
            </a:r>
            <a:r>
              <a:rPr lang="en-US" sz="2800" dirty="0">
                <a:solidFill>
                  <a:prstClr val="black"/>
                </a:solidFill>
                <a:latin typeface="Corbel" panose="020B0503020204020204"/>
              </a:rPr>
              <a:t> </a:t>
            </a:r>
            <a:r>
              <a:rPr lang="en-US" sz="2800" dirty="0" err="1">
                <a:solidFill>
                  <a:prstClr val="black"/>
                </a:solidFill>
                <a:latin typeface="Corbel" panose="020B0503020204020204"/>
              </a:rPr>
              <a:t>medios</a:t>
            </a:r>
            <a:r>
              <a:rPr lang="en-US" sz="2800" dirty="0">
                <a:solidFill>
                  <a:prstClr val="black"/>
                </a:solidFill>
                <a:latin typeface="Corbel" panose="020B0503020204020204"/>
              </a:rPr>
              <a:t> </a:t>
            </a:r>
            <a:r>
              <a:rPr lang="en-US" sz="2800" dirty="0" err="1">
                <a:solidFill>
                  <a:prstClr val="black"/>
                </a:solidFill>
                <a:latin typeface="Corbel" panose="020B0503020204020204"/>
              </a:rPr>
              <a:t>utilizados</a:t>
            </a:r>
            <a:r>
              <a:rPr lang="en-US" sz="2800" dirty="0">
                <a:solidFill>
                  <a:prstClr val="black"/>
                </a:solidFill>
                <a:latin typeface="Corbel" panose="020B0503020204020204"/>
              </a:rPr>
              <a:t> para la </a:t>
            </a:r>
            <a:r>
              <a:rPr lang="en-US" sz="2800" dirty="0" err="1">
                <a:solidFill>
                  <a:prstClr val="black"/>
                </a:solidFill>
                <a:latin typeface="Corbel" panose="020B0503020204020204"/>
              </a:rPr>
              <a:t>producción</a:t>
            </a:r>
            <a:r>
              <a:rPr lang="en-US" sz="2800" dirty="0">
                <a:solidFill>
                  <a:prstClr val="black"/>
                </a:solidFill>
                <a:latin typeface="Corbel" panose="020B0503020204020204"/>
              </a:rPr>
              <a:t>.</a:t>
            </a:r>
          </a:p>
        </p:txBody>
      </p:sp>
      <p:pic>
        <p:nvPicPr>
          <p:cNvPr id="2" name="Picture 2" descr="Factores de producción: Cuáles son, ejemplo e importancia">
            <a:extLst>
              <a:ext uri="{FF2B5EF4-FFF2-40B4-BE49-F238E27FC236}">
                <a16:creationId xmlns:a16="http://schemas.microsoft.com/office/drawing/2014/main" id="{3DF7CDBD-4423-4D97-6B5A-62E84BE4AE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911" t="14986" r="54616" b="42640"/>
          <a:stretch/>
        </p:blipFill>
        <p:spPr bwMode="auto">
          <a:xfrm>
            <a:off x="879141" y="2333531"/>
            <a:ext cx="1442460" cy="19964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Factores de producción: Cuáles son, ejemplo e importancia">
            <a:extLst>
              <a:ext uri="{FF2B5EF4-FFF2-40B4-BE49-F238E27FC236}">
                <a16:creationId xmlns:a16="http://schemas.microsoft.com/office/drawing/2014/main" id="{05A648D0-C245-3346-2021-2A3A0B67BA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883" t="21356" r="13333" b="43862"/>
          <a:stretch/>
        </p:blipFill>
        <p:spPr bwMode="auto">
          <a:xfrm>
            <a:off x="3314258" y="3743996"/>
            <a:ext cx="2111166" cy="1828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Factores de producción: Cuáles son, ejemplo e importancia">
            <a:extLst>
              <a:ext uri="{FF2B5EF4-FFF2-40B4-BE49-F238E27FC236}">
                <a16:creationId xmlns:a16="http://schemas.microsoft.com/office/drawing/2014/main" id="{FF078C53-3577-5969-63D3-4A30913CEE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71" t="60382" r="53545"/>
          <a:stretch/>
        </p:blipFill>
        <p:spPr bwMode="auto">
          <a:xfrm>
            <a:off x="9237853" y="2769338"/>
            <a:ext cx="1861457" cy="183666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B009EB4-947A-77D5-AA2C-902F8708B549}"/>
              </a:ext>
            </a:extLst>
          </p:cNvPr>
          <p:cNvPicPr>
            <a:picLocks noChangeAspect="1"/>
          </p:cNvPicPr>
          <p:nvPr/>
        </p:nvPicPr>
        <p:blipFill>
          <a:blip r:embed="rId4"/>
          <a:stretch>
            <a:fillRect/>
          </a:stretch>
        </p:blipFill>
        <p:spPr>
          <a:xfrm>
            <a:off x="6379942" y="3572256"/>
            <a:ext cx="2020532" cy="1515399"/>
          </a:xfrm>
          <a:prstGeom prst="rect">
            <a:avLst/>
          </a:prstGeom>
        </p:spPr>
      </p:pic>
      <p:sp>
        <p:nvSpPr>
          <p:cNvPr id="15" name="TextBox 14">
            <a:extLst>
              <a:ext uri="{FF2B5EF4-FFF2-40B4-BE49-F238E27FC236}">
                <a16:creationId xmlns:a16="http://schemas.microsoft.com/office/drawing/2014/main" id="{71F7FD50-2902-2EE0-589A-5CCB2445FE63}"/>
              </a:ext>
            </a:extLst>
          </p:cNvPr>
          <p:cNvSpPr txBox="1"/>
          <p:nvPr/>
        </p:nvSpPr>
        <p:spPr>
          <a:xfrm>
            <a:off x="6615033" y="5148800"/>
            <a:ext cx="2010172" cy="400110"/>
          </a:xfrm>
          <a:prstGeom prst="rect">
            <a:avLst/>
          </a:prstGeom>
          <a:noFill/>
        </p:spPr>
        <p:txBody>
          <a:bodyPr wrap="square" rtlCol="0">
            <a:spAutoFit/>
          </a:bodyPr>
          <a:lstStyle/>
          <a:p>
            <a:pPr algn="ctr"/>
            <a:r>
              <a:rPr lang="en-US" sz="2000" b="1" dirty="0" err="1"/>
              <a:t>Materias</a:t>
            </a:r>
            <a:r>
              <a:rPr lang="en-US" sz="2000" b="1" dirty="0"/>
              <a:t> prima</a:t>
            </a:r>
          </a:p>
        </p:txBody>
      </p:sp>
      <p:sp>
        <p:nvSpPr>
          <p:cNvPr id="16" name="Oval 15">
            <a:extLst>
              <a:ext uri="{FF2B5EF4-FFF2-40B4-BE49-F238E27FC236}">
                <a16:creationId xmlns:a16="http://schemas.microsoft.com/office/drawing/2014/main" id="{41FC1174-BBB6-6F48-6352-4CF2F3AE2646}"/>
              </a:ext>
            </a:extLst>
          </p:cNvPr>
          <p:cNvSpPr/>
          <p:nvPr/>
        </p:nvSpPr>
        <p:spPr>
          <a:xfrm>
            <a:off x="8984147" y="2300286"/>
            <a:ext cx="2401400" cy="269557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11262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factores</a:t>
            </a:r>
            <a:r>
              <a:rPr lang="en-US" b="1" dirty="0">
                <a:solidFill>
                  <a:srgbClr val="1F497D"/>
                </a:solidFill>
              </a:rPr>
              <a:t> y </a:t>
            </a:r>
            <a:r>
              <a:rPr lang="en-US" b="1" dirty="0" err="1">
                <a:solidFill>
                  <a:srgbClr val="1F497D"/>
                </a:solidFill>
              </a:rPr>
              <a:t>los</a:t>
            </a:r>
            <a:r>
              <a:rPr lang="en-US" b="1" dirty="0">
                <a:solidFill>
                  <a:srgbClr val="1F497D"/>
                </a:solidFill>
              </a:rPr>
              <a:t> </a:t>
            </a:r>
            <a:r>
              <a:rPr lang="en-US" b="1" dirty="0" err="1">
                <a:solidFill>
                  <a:srgbClr val="1F497D"/>
                </a:solidFill>
              </a:rPr>
              <a:t>productos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800" dirty="0">
                <a:solidFill>
                  <a:prstClr val="black"/>
                </a:solidFill>
                <a:latin typeface="Corbel" panose="020B0503020204020204"/>
              </a:rPr>
              <a:t>Al referirnos a los </a:t>
            </a:r>
            <a:r>
              <a:rPr lang="es-ES" sz="2800" b="1" dirty="0">
                <a:solidFill>
                  <a:prstClr val="black"/>
                </a:solidFill>
                <a:latin typeface="Corbel" panose="020B0503020204020204"/>
              </a:rPr>
              <a:t>factores y a los productos</a:t>
            </a:r>
            <a:r>
              <a:rPr lang="es-ES" sz="2800" dirty="0">
                <a:solidFill>
                  <a:prstClr val="black"/>
                </a:solidFill>
                <a:latin typeface="Corbel" panose="020B0503020204020204"/>
              </a:rPr>
              <a:t> lo consideraremos como </a:t>
            </a:r>
            <a:r>
              <a:rPr lang="es-ES" sz="2800" b="1" dirty="0">
                <a:solidFill>
                  <a:prstClr val="black"/>
                </a:solidFill>
                <a:latin typeface="Corbel" panose="020B0503020204020204"/>
              </a:rPr>
              <a:t>variables flujo </a:t>
            </a:r>
            <a:r>
              <a:rPr lang="es-ES" sz="2800" i="1" dirty="0">
                <a:solidFill>
                  <a:prstClr val="black"/>
                </a:solidFill>
                <a:latin typeface="Corbel" panose="020B0503020204020204"/>
              </a:rPr>
              <a:t>(variable que mide “algo” por unidad de tiempo (por ejemplo: salario (mensual), renta (mensual), dividendo (anual), ahorro (diario), impuestos (anuales), etc.). </a:t>
            </a:r>
          </a:p>
          <a:p>
            <a:pPr marL="0" indent="0" algn="just">
              <a:buNone/>
            </a:pPr>
            <a:endParaRPr lang="es-ES" sz="2800" b="1" dirty="0">
              <a:solidFill>
                <a:prstClr val="black"/>
              </a:solidFill>
              <a:latin typeface="Corbel" panose="020B0503020204020204"/>
            </a:endParaRPr>
          </a:p>
          <a:p>
            <a:pPr marL="0" indent="0" algn="just">
              <a:buNone/>
            </a:pPr>
            <a:r>
              <a:rPr lang="es-ES" sz="2800" dirty="0">
                <a:solidFill>
                  <a:prstClr val="black"/>
                </a:solidFill>
                <a:latin typeface="Corbel" panose="020B0503020204020204"/>
              </a:rPr>
              <a:t>Así, por ejemplo, diremos que una determinada cantidad de trabajo a la semana y un determinado número de horas-máquina a la semana generan una determinada cantidad de producción a la semana.</a:t>
            </a:r>
            <a:endParaRPr lang="en-US" sz="2800" dirty="0">
              <a:solidFill>
                <a:prstClr val="black"/>
              </a:solidFill>
              <a:latin typeface="Corbel" panose="020B0503020204020204"/>
            </a:endParaRPr>
          </a:p>
        </p:txBody>
      </p:sp>
    </p:spTree>
    <p:extLst>
      <p:ext uri="{BB962C8B-B14F-4D97-AF65-F5344CB8AC3E}">
        <p14:creationId xmlns:p14="http://schemas.microsoft.com/office/powerpoint/2010/main" val="7083714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Restricciones</a:t>
            </a:r>
            <a:r>
              <a:rPr lang="en-US" b="1" dirty="0">
                <a:solidFill>
                  <a:srgbClr val="1F497D"/>
                </a:solidFill>
              </a:rPr>
              <a:t> </a:t>
            </a:r>
            <a:r>
              <a:rPr lang="en-US" b="1" dirty="0" err="1">
                <a:solidFill>
                  <a:srgbClr val="1F497D"/>
                </a:solidFill>
              </a:rPr>
              <a:t>tecnológicas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8" y="1515399"/>
            <a:ext cx="6091844"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300" dirty="0">
                <a:solidFill>
                  <a:prstClr val="black"/>
                </a:solidFill>
                <a:latin typeface="Corbel" panose="020B0503020204020204"/>
              </a:rPr>
              <a:t>La naturaleza </a:t>
            </a:r>
            <a:r>
              <a:rPr lang="es-ES" sz="2300" b="1" dirty="0">
                <a:solidFill>
                  <a:prstClr val="black"/>
                </a:solidFill>
                <a:latin typeface="Corbel" panose="020B0503020204020204"/>
              </a:rPr>
              <a:t>impone restricciones tecnológicas </a:t>
            </a:r>
            <a:r>
              <a:rPr lang="es-ES" sz="2300" dirty="0">
                <a:solidFill>
                  <a:prstClr val="black"/>
                </a:solidFill>
                <a:latin typeface="Corbel" panose="020B0503020204020204"/>
              </a:rPr>
              <a:t>a las empresas: sólo hay algunas combinaciones de factores viables para obtener una cantidad dada de producción, por lo que las empresas deben limitarse a adoptar planes de producción que sean factibles desde el punto de vista tecnológico.</a:t>
            </a:r>
          </a:p>
          <a:p>
            <a:pPr marL="0" indent="0" algn="l">
              <a:buNone/>
            </a:pPr>
            <a:endParaRPr lang="es-ES" sz="2300" dirty="0">
              <a:solidFill>
                <a:prstClr val="black"/>
              </a:solidFill>
              <a:latin typeface="Corbel" panose="020B0503020204020204"/>
            </a:endParaRPr>
          </a:p>
          <a:p>
            <a:pPr marL="0" indent="0" algn="just">
              <a:buNone/>
            </a:pPr>
            <a:r>
              <a:rPr lang="es-ES" sz="2300" b="1" dirty="0">
                <a:solidFill>
                  <a:prstClr val="black"/>
                </a:solidFill>
                <a:latin typeface="Corbel" panose="020B0503020204020204"/>
              </a:rPr>
              <a:t>Conjunto de producción: </a:t>
            </a:r>
            <a:r>
              <a:rPr lang="es-ES" sz="2300" dirty="0">
                <a:solidFill>
                  <a:prstClr val="black"/>
                </a:solidFill>
                <a:latin typeface="Corbel" panose="020B0503020204020204"/>
              </a:rPr>
              <a:t>conjunto de todas las combinaciones de factores y de productos tecnológicamente </a:t>
            </a:r>
            <a:r>
              <a:rPr lang="en-US" sz="2300" dirty="0" err="1">
                <a:solidFill>
                  <a:prstClr val="black"/>
                </a:solidFill>
                <a:latin typeface="Corbel" panose="020B0503020204020204"/>
              </a:rPr>
              <a:t>factibles</a:t>
            </a:r>
            <a:r>
              <a:rPr lang="en-US" sz="2300" dirty="0">
                <a:solidFill>
                  <a:prstClr val="black"/>
                </a:solidFill>
                <a:latin typeface="Corbel" panose="020B0503020204020204"/>
              </a:rPr>
              <a:t>.</a:t>
            </a:r>
          </a:p>
        </p:txBody>
      </p:sp>
      <p:pic>
        <p:nvPicPr>
          <p:cNvPr id="3" name="Picture 2">
            <a:extLst>
              <a:ext uri="{FF2B5EF4-FFF2-40B4-BE49-F238E27FC236}">
                <a16:creationId xmlns:a16="http://schemas.microsoft.com/office/drawing/2014/main" id="{CC0C608A-4047-60E7-835F-FD9CE46A7A05}"/>
              </a:ext>
            </a:extLst>
          </p:cNvPr>
          <p:cNvPicPr>
            <a:picLocks noChangeAspect="1"/>
          </p:cNvPicPr>
          <p:nvPr/>
        </p:nvPicPr>
        <p:blipFill>
          <a:blip r:embed="rId3"/>
          <a:stretch>
            <a:fillRect/>
          </a:stretch>
        </p:blipFill>
        <p:spPr>
          <a:xfrm>
            <a:off x="6679933" y="1944303"/>
            <a:ext cx="5305258" cy="3584625"/>
          </a:xfrm>
          <a:prstGeom prst="rect">
            <a:avLst/>
          </a:prstGeom>
          <a:effectLst/>
        </p:spPr>
      </p:pic>
    </p:spTree>
    <p:extLst>
      <p:ext uri="{BB962C8B-B14F-4D97-AF65-F5344CB8AC3E}">
        <p14:creationId xmlns:p14="http://schemas.microsoft.com/office/powerpoint/2010/main" val="329843076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Restricciones</a:t>
            </a:r>
            <a:r>
              <a:rPr lang="en-US" b="1" dirty="0">
                <a:solidFill>
                  <a:srgbClr val="1F497D"/>
                </a:solidFill>
              </a:rPr>
              <a:t> </a:t>
            </a:r>
            <a:r>
              <a:rPr lang="en-US" b="1" dirty="0" err="1">
                <a:solidFill>
                  <a:srgbClr val="1F497D"/>
                </a:solidFill>
              </a:rPr>
              <a:t>tecnológicas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8" y="1515399"/>
            <a:ext cx="6091844"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300" dirty="0">
                <a:solidFill>
                  <a:prstClr val="black"/>
                </a:solidFill>
                <a:latin typeface="Corbel" panose="020B0503020204020204"/>
              </a:rPr>
              <a:t>Dado que los factores cuestan dinero a la empresa, tiene sentido limitarse a examinar la </a:t>
            </a:r>
            <a:r>
              <a:rPr lang="es-ES" sz="2300" b="1" dirty="0">
                <a:solidFill>
                  <a:prstClr val="black"/>
                </a:solidFill>
                <a:latin typeface="Corbel" panose="020B0503020204020204"/>
              </a:rPr>
              <a:t>producción máxima </a:t>
            </a:r>
            <a:r>
              <a:rPr lang="es-ES" sz="2300" dirty="0">
                <a:solidFill>
                  <a:prstClr val="black"/>
                </a:solidFill>
                <a:latin typeface="Corbel" panose="020B0503020204020204"/>
              </a:rPr>
              <a:t>posible correspondiente a una cantidad dada de factores. Esta es la </a:t>
            </a:r>
            <a:r>
              <a:rPr lang="es-ES" sz="2300" i="1" dirty="0">
                <a:solidFill>
                  <a:prstClr val="black"/>
                </a:solidFill>
                <a:latin typeface="Corbel" panose="020B0503020204020204"/>
              </a:rPr>
              <a:t>frontera del conjunto de producción</a:t>
            </a:r>
            <a:r>
              <a:rPr lang="es-ES" sz="2300" dirty="0">
                <a:solidFill>
                  <a:prstClr val="black"/>
                </a:solidFill>
                <a:latin typeface="Corbel" panose="020B0503020204020204"/>
              </a:rPr>
              <a:t>, cuya función se denomina función de producción y=f(x).</a:t>
            </a:r>
          </a:p>
          <a:p>
            <a:pPr marL="0" indent="0" algn="just">
              <a:buNone/>
            </a:pPr>
            <a:endParaRPr lang="es-ES" sz="2300" dirty="0">
              <a:solidFill>
                <a:prstClr val="black"/>
              </a:solidFill>
              <a:latin typeface="Corbel" panose="020B0503020204020204"/>
            </a:endParaRPr>
          </a:p>
          <a:p>
            <a:pPr algn="just"/>
            <a:r>
              <a:rPr lang="es-ES" sz="2400" b="1" dirty="0">
                <a:solidFill>
                  <a:prstClr val="black"/>
                </a:solidFill>
                <a:latin typeface="Corbel" panose="020B0503020204020204"/>
              </a:rPr>
              <a:t>Función de producción: </a:t>
            </a:r>
            <a:r>
              <a:rPr lang="es-ES" sz="2400" dirty="0">
                <a:solidFill>
                  <a:prstClr val="black"/>
                </a:solidFill>
                <a:latin typeface="Corbel" panose="020B0503020204020204"/>
              </a:rPr>
              <a:t>mide el volumen máximo de producción que puede obtenerse con una cantidad dada de factores. </a:t>
            </a:r>
            <a:endParaRPr lang="en-US" sz="24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CC0C608A-4047-60E7-835F-FD9CE46A7A05}"/>
              </a:ext>
            </a:extLst>
          </p:cNvPr>
          <p:cNvPicPr>
            <a:picLocks noChangeAspect="1"/>
          </p:cNvPicPr>
          <p:nvPr/>
        </p:nvPicPr>
        <p:blipFill>
          <a:blip r:embed="rId3"/>
          <a:stretch>
            <a:fillRect/>
          </a:stretch>
        </p:blipFill>
        <p:spPr>
          <a:xfrm>
            <a:off x="6679933" y="1944303"/>
            <a:ext cx="5305258" cy="3584625"/>
          </a:xfrm>
          <a:prstGeom prst="rect">
            <a:avLst/>
          </a:prstGeom>
          <a:effectLst/>
        </p:spPr>
      </p:pic>
    </p:spTree>
    <p:extLst>
      <p:ext uri="{BB962C8B-B14F-4D97-AF65-F5344CB8AC3E}">
        <p14:creationId xmlns:p14="http://schemas.microsoft.com/office/powerpoint/2010/main" val="239810719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Restricciones</a:t>
            </a:r>
            <a:r>
              <a:rPr lang="en-US" b="1" dirty="0">
                <a:solidFill>
                  <a:srgbClr val="1F497D"/>
                </a:solidFill>
              </a:rPr>
              <a:t> </a:t>
            </a:r>
            <a:r>
              <a:rPr lang="en-US" b="1" dirty="0" err="1">
                <a:solidFill>
                  <a:srgbClr val="1F497D"/>
                </a:solidFill>
              </a:rPr>
              <a:t>tecnológicas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581946" y="1487495"/>
            <a:ext cx="651034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400" dirty="0">
                <a:solidFill>
                  <a:prstClr val="black"/>
                </a:solidFill>
                <a:latin typeface="Corbel" panose="020B0503020204020204"/>
              </a:rPr>
              <a:t>El concepto de función de producción </a:t>
            </a:r>
            <a:r>
              <a:rPr lang="es-ES" sz="2400" b="1" dirty="0">
                <a:solidFill>
                  <a:prstClr val="black"/>
                </a:solidFill>
                <a:latin typeface="Corbel" panose="020B0503020204020204"/>
              </a:rPr>
              <a:t>también puede utilizarse cuando hay varios factores. </a:t>
            </a:r>
            <a:r>
              <a:rPr lang="es-ES" sz="2400" dirty="0">
                <a:solidFill>
                  <a:prstClr val="black"/>
                </a:solidFill>
                <a:latin typeface="Corbel" panose="020B0503020204020204"/>
              </a:rPr>
              <a:t>Por ejemplo, si hay dos, la función de producción f(x1, x2) mide la cantidad máxima y que puede obtenerse con x1 unidades del factor 1 y x2 del factor 2.</a:t>
            </a:r>
          </a:p>
          <a:p>
            <a:pPr algn="l"/>
            <a:endParaRPr lang="es-ES" sz="2400" dirty="0">
              <a:solidFill>
                <a:prstClr val="black"/>
              </a:solidFill>
              <a:latin typeface="Corbel" panose="020B0503020204020204"/>
            </a:endParaRPr>
          </a:p>
          <a:p>
            <a:pPr marL="0" indent="0" algn="just">
              <a:buNone/>
            </a:pPr>
            <a:r>
              <a:rPr lang="es-ES" sz="2400" dirty="0">
                <a:solidFill>
                  <a:prstClr val="black"/>
                </a:solidFill>
                <a:latin typeface="Corbel" panose="020B0503020204020204"/>
              </a:rPr>
              <a:t>Cuando hay dos factores, las relaciones de producción se representa con </a:t>
            </a:r>
            <a:r>
              <a:rPr lang="es-ES" sz="2400" b="1" dirty="0">
                <a:solidFill>
                  <a:prstClr val="black"/>
                </a:solidFill>
                <a:latin typeface="Corbel" panose="020B0503020204020204"/>
              </a:rPr>
              <a:t>isocuanta.</a:t>
            </a:r>
            <a:endParaRPr lang="en-US" sz="2400" b="1" dirty="0">
              <a:solidFill>
                <a:prstClr val="black"/>
              </a:solidFill>
              <a:latin typeface="Corbel" panose="020B0503020204020204"/>
            </a:endParaRPr>
          </a:p>
        </p:txBody>
      </p:sp>
      <p:pic>
        <p:nvPicPr>
          <p:cNvPr id="2050" name="Picture 2" descr="Curva isocuanta - Qué es, definición y concepto">
            <a:extLst>
              <a:ext uri="{FF2B5EF4-FFF2-40B4-BE49-F238E27FC236}">
                <a16:creationId xmlns:a16="http://schemas.microsoft.com/office/drawing/2014/main" id="{AD8E8C44-47D5-C790-CC09-7E7186BE34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181"/>
          <a:stretch/>
        </p:blipFill>
        <p:spPr bwMode="auto">
          <a:xfrm>
            <a:off x="7508376" y="2085975"/>
            <a:ext cx="4648536" cy="34868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215F7C3-2863-6662-5542-5F351435A65F}"/>
              </a:ext>
            </a:extLst>
          </p:cNvPr>
          <p:cNvSpPr txBox="1"/>
          <p:nvPr/>
        </p:nvSpPr>
        <p:spPr>
          <a:xfrm>
            <a:off x="10395731" y="5185839"/>
            <a:ext cx="714375" cy="369332"/>
          </a:xfrm>
          <a:prstGeom prst="rect">
            <a:avLst/>
          </a:prstGeom>
          <a:solidFill>
            <a:schemeClr val="bg1"/>
          </a:solidFill>
        </p:spPr>
        <p:txBody>
          <a:bodyPr wrap="square" rtlCol="0">
            <a:spAutoFit/>
          </a:bodyPr>
          <a:lstStyle/>
          <a:p>
            <a:r>
              <a:rPr lang="en-US" b="1" dirty="0"/>
              <a:t>X1</a:t>
            </a:r>
          </a:p>
        </p:txBody>
      </p:sp>
      <p:sp>
        <p:nvSpPr>
          <p:cNvPr id="3" name="TextBox 2">
            <a:extLst>
              <a:ext uri="{FF2B5EF4-FFF2-40B4-BE49-F238E27FC236}">
                <a16:creationId xmlns:a16="http://schemas.microsoft.com/office/drawing/2014/main" id="{BB654A90-3DDE-AEBD-872A-9B0B3190B086}"/>
              </a:ext>
            </a:extLst>
          </p:cNvPr>
          <p:cNvSpPr txBox="1"/>
          <p:nvPr/>
        </p:nvSpPr>
        <p:spPr>
          <a:xfrm>
            <a:off x="7504708" y="2247170"/>
            <a:ext cx="460230" cy="369332"/>
          </a:xfrm>
          <a:prstGeom prst="rect">
            <a:avLst/>
          </a:prstGeom>
          <a:solidFill>
            <a:schemeClr val="bg1"/>
          </a:solidFill>
        </p:spPr>
        <p:txBody>
          <a:bodyPr wrap="square" rtlCol="0">
            <a:spAutoFit/>
          </a:bodyPr>
          <a:lstStyle/>
          <a:p>
            <a:r>
              <a:rPr lang="en-US" b="1" dirty="0"/>
              <a:t>X2</a:t>
            </a:r>
          </a:p>
        </p:txBody>
      </p:sp>
    </p:spTree>
    <p:extLst>
      <p:ext uri="{BB962C8B-B14F-4D97-AF65-F5344CB8AC3E}">
        <p14:creationId xmlns:p14="http://schemas.microsoft.com/office/powerpoint/2010/main" val="145825911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Restricciones</a:t>
            </a:r>
            <a:r>
              <a:rPr lang="en-US" b="1" dirty="0">
                <a:solidFill>
                  <a:srgbClr val="1F497D"/>
                </a:solidFill>
              </a:rPr>
              <a:t> </a:t>
            </a:r>
            <a:r>
              <a:rPr lang="en-US" b="1" dirty="0" err="1">
                <a:solidFill>
                  <a:srgbClr val="1F497D"/>
                </a:solidFill>
              </a:rPr>
              <a:t>tecnológicas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661983" y="1547917"/>
            <a:ext cx="6215068"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400" dirty="0">
                <a:solidFill>
                  <a:prstClr val="black"/>
                </a:solidFill>
                <a:latin typeface="Corbel" panose="020B0503020204020204"/>
              </a:rPr>
              <a:t>Como hemos visto en las clases anteriores, una </a:t>
            </a:r>
            <a:r>
              <a:rPr lang="es-ES" sz="2400" b="1" dirty="0">
                <a:solidFill>
                  <a:prstClr val="black"/>
                </a:solidFill>
                <a:latin typeface="Corbel" panose="020B0503020204020204"/>
              </a:rPr>
              <a:t>curva de indiferencia</a:t>
            </a:r>
            <a:r>
              <a:rPr lang="es-ES" sz="2400" dirty="0">
                <a:solidFill>
                  <a:prstClr val="black"/>
                </a:solidFill>
                <a:latin typeface="Corbel" panose="020B0503020204020204"/>
              </a:rPr>
              <a:t> </a:t>
            </a:r>
            <a:r>
              <a:rPr lang="es-ES" sz="2400" dirty="0">
                <a:latin typeface="Corbel" panose="020B0503020204020204"/>
              </a:rPr>
              <a:t>representa las </a:t>
            </a:r>
            <a:r>
              <a:rPr lang="es-ES" sz="2400" b="1" dirty="0">
                <a:solidFill>
                  <a:schemeClr val="accent6">
                    <a:lumMod val="75000"/>
                  </a:schemeClr>
                </a:solidFill>
                <a:latin typeface="Corbel" panose="020B0503020204020204"/>
              </a:rPr>
              <a:t>diferentes cestas de consumo </a:t>
            </a:r>
            <a:r>
              <a:rPr lang="es-ES" sz="2400" dirty="0">
                <a:latin typeface="Corbel" panose="020B0503020204020204"/>
              </a:rPr>
              <a:t>que son suficientes para generar un determinado </a:t>
            </a:r>
            <a:r>
              <a:rPr lang="es-ES" sz="2400" b="1" dirty="0">
                <a:solidFill>
                  <a:schemeClr val="accent6">
                    <a:lumMod val="75000"/>
                  </a:schemeClr>
                </a:solidFill>
                <a:latin typeface="Corbel" panose="020B0503020204020204"/>
              </a:rPr>
              <a:t>nivel de utilidad.</a:t>
            </a:r>
          </a:p>
          <a:p>
            <a:pPr marL="0" indent="0" algn="just">
              <a:buNone/>
            </a:pPr>
            <a:endParaRPr lang="es-ES" sz="2400" dirty="0">
              <a:solidFill>
                <a:prstClr val="black"/>
              </a:solidFill>
              <a:latin typeface="Corbel" panose="020B0503020204020204"/>
            </a:endParaRPr>
          </a:p>
          <a:p>
            <a:pPr marL="0" indent="0" algn="just">
              <a:buNone/>
            </a:pPr>
            <a:r>
              <a:rPr lang="es-ES" sz="2400" dirty="0">
                <a:solidFill>
                  <a:prstClr val="black"/>
                </a:solidFill>
                <a:latin typeface="Corbel" panose="020B0503020204020204"/>
              </a:rPr>
              <a:t> Sin embargo, los valores que toman </a:t>
            </a:r>
            <a:r>
              <a:rPr lang="es-ES" sz="2400" b="1" dirty="0">
                <a:solidFill>
                  <a:prstClr val="black"/>
                </a:solidFill>
                <a:latin typeface="Corbel" panose="020B0503020204020204"/>
              </a:rPr>
              <a:t>las isocuantas </a:t>
            </a:r>
            <a:r>
              <a:rPr lang="es-ES" sz="2400" dirty="0">
                <a:solidFill>
                  <a:prstClr val="black"/>
                </a:solidFill>
                <a:latin typeface="Corbel" panose="020B0503020204020204"/>
              </a:rPr>
              <a:t>son </a:t>
            </a:r>
            <a:r>
              <a:rPr lang="es-ES" sz="2400" b="1" dirty="0">
                <a:solidFill>
                  <a:schemeClr val="accent6">
                    <a:lumMod val="75000"/>
                  </a:schemeClr>
                </a:solidFill>
                <a:latin typeface="Corbel" panose="020B0503020204020204"/>
              </a:rPr>
              <a:t>las cantidades del bien que se pueden producir</a:t>
            </a:r>
            <a:r>
              <a:rPr lang="es-ES" sz="2400" dirty="0">
                <a:solidFill>
                  <a:prstClr val="black"/>
                </a:solidFill>
                <a:latin typeface="Corbel" panose="020B0503020204020204"/>
              </a:rPr>
              <a:t> y vienen determinadas por la tecnología </a:t>
            </a:r>
            <a:r>
              <a:rPr lang="es-ES" sz="2400" i="1" dirty="0">
                <a:solidFill>
                  <a:prstClr val="black"/>
                </a:solidFill>
                <a:latin typeface="Corbel" panose="020B0503020204020204"/>
              </a:rPr>
              <a:t>(no tiene el mismo carácter arbitrario que los números asignados a las curvas de indiferencia).</a:t>
            </a:r>
            <a:endParaRPr lang="en-US" sz="2400" i="1" dirty="0">
              <a:solidFill>
                <a:prstClr val="black"/>
              </a:solidFill>
              <a:latin typeface="Corbel" panose="020B0503020204020204"/>
            </a:endParaRPr>
          </a:p>
        </p:txBody>
      </p:sp>
      <p:pic>
        <p:nvPicPr>
          <p:cNvPr id="2" name="Picture 2" descr="Curva isocuanta - Qué es, definición y concepto">
            <a:extLst>
              <a:ext uri="{FF2B5EF4-FFF2-40B4-BE49-F238E27FC236}">
                <a16:creationId xmlns:a16="http://schemas.microsoft.com/office/drawing/2014/main" id="{AC57C519-1F12-9DB8-15ED-3014A39A21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181"/>
          <a:stretch/>
        </p:blipFill>
        <p:spPr bwMode="auto">
          <a:xfrm>
            <a:off x="7508376" y="2085975"/>
            <a:ext cx="4648536" cy="34868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F3B0E5-0BF6-4DEB-9C16-DB94E4C01318}"/>
              </a:ext>
            </a:extLst>
          </p:cNvPr>
          <p:cNvSpPr txBox="1"/>
          <p:nvPr/>
        </p:nvSpPr>
        <p:spPr>
          <a:xfrm>
            <a:off x="10395731" y="5185839"/>
            <a:ext cx="714375" cy="369332"/>
          </a:xfrm>
          <a:prstGeom prst="rect">
            <a:avLst/>
          </a:prstGeom>
          <a:solidFill>
            <a:schemeClr val="bg1"/>
          </a:solidFill>
        </p:spPr>
        <p:txBody>
          <a:bodyPr wrap="square" rtlCol="0">
            <a:spAutoFit/>
          </a:bodyPr>
          <a:lstStyle/>
          <a:p>
            <a:r>
              <a:rPr lang="en-US" b="1" dirty="0"/>
              <a:t>X1</a:t>
            </a:r>
          </a:p>
        </p:txBody>
      </p:sp>
      <p:sp>
        <p:nvSpPr>
          <p:cNvPr id="5" name="TextBox 4">
            <a:extLst>
              <a:ext uri="{FF2B5EF4-FFF2-40B4-BE49-F238E27FC236}">
                <a16:creationId xmlns:a16="http://schemas.microsoft.com/office/drawing/2014/main" id="{28CE1F06-A174-82D1-861A-5A89E8C3F7EC}"/>
              </a:ext>
            </a:extLst>
          </p:cNvPr>
          <p:cNvSpPr txBox="1"/>
          <p:nvPr/>
        </p:nvSpPr>
        <p:spPr>
          <a:xfrm>
            <a:off x="7504708" y="2247170"/>
            <a:ext cx="460230" cy="369332"/>
          </a:xfrm>
          <a:prstGeom prst="rect">
            <a:avLst/>
          </a:prstGeom>
          <a:solidFill>
            <a:schemeClr val="bg1"/>
          </a:solidFill>
        </p:spPr>
        <p:txBody>
          <a:bodyPr wrap="square" rtlCol="0">
            <a:spAutoFit/>
          </a:bodyPr>
          <a:lstStyle/>
          <a:p>
            <a:r>
              <a:rPr lang="en-US" b="1" dirty="0"/>
              <a:t>X2</a:t>
            </a:r>
          </a:p>
        </p:txBody>
      </p:sp>
    </p:spTree>
    <p:extLst>
      <p:ext uri="{BB962C8B-B14F-4D97-AF65-F5344CB8AC3E}">
        <p14:creationId xmlns:p14="http://schemas.microsoft.com/office/powerpoint/2010/main" val="163236431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Tecnología</a:t>
            </a:r>
            <a:r>
              <a:rPr lang="en-US" b="1" dirty="0">
                <a:solidFill>
                  <a:srgbClr val="1F497D"/>
                </a:solidFill>
              </a:rPr>
              <a:t> – </a:t>
            </a:r>
            <a:r>
              <a:rPr lang="en-US" b="1" dirty="0" err="1">
                <a:solidFill>
                  <a:srgbClr val="1F497D"/>
                </a:solidFill>
              </a:rPr>
              <a:t>Proporciones</a:t>
            </a:r>
            <a:r>
              <a:rPr lang="en-US" b="1" dirty="0">
                <a:solidFill>
                  <a:srgbClr val="1F497D"/>
                </a:solidFill>
              </a:rPr>
              <a:t> </a:t>
            </a:r>
            <a:r>
              <a:rPr lang="en-US" b="1" dirty="0" err="1">
                <a:solidFill>
                  <a:srgbClr val="1F497D"/>
                </a:solidFill>
              </a:rPr>
              <a:t>fijas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6735719"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800" dirty="0">
                <a:solidFill>
                  <a:prstClr val="black"/>
                </a:solidFill>
                <a:latin typeface="Corbel" panose="020B0503020204020204"/>
              </a:rPr>
              <a:t>Supongamos que estamos </a:t>
            </a:r>
            <a:r>
              <a:rPr lang="es-ES" sz="2800" b="1" dirty="0">
                <a:solidFill>
                  <a:prstClr val="black"/>
                </a:solidFill>
                <a:latin typeface="Corbel" panose="020B0503020204020204"/>
              </a:rPr>
              <a:t>produciendo hoyos </a:t>
            </a:r>
            <a:r>
              <a:rPr lang="es-ES" sz="2800" dirty="0">
                <a:solidFill>
                  <a:prstClr val="black"/>
                </a:solidFill>
                <a:latin typeface="Corbel" panose="020B0503020204020204"/>
              </a:rPr>
              <a:t>y que éstos sólo pueden hacerse utilizando </a:t>
            </a:r>
            <a:r>
              <a:rPr lang="es-ES" sz="2800" u="sng" dirty="0">
                <a:solidFill>
                  <a:prstClr val="black"/>
                </a:solidFill>
                <a:latin typeface="Corbel" panose="020B0503020204020204"/>
              </a:rPr>
              <a:t>un hombre y una pala. </a:t>
            </a:r>
            <a:r>
              <a:rPr lang="es-ES" sz="2800" dirty="0">
                <a:solidFill>
                  <a:prstClr val="black"/>
                </a:solidFill>
                <a:latin typeface="Corbel" panose="020B0503020204020204"/>
              </a:rPr>
              <a:t>No sirve de nada tener ni más palas ni más hombres.</a:t>
            </a:r>
          </a:p>
          <a:p>
            <a:pPr marL="0" indent="0" algn="just">
              <a:buNone/>
            </a:pPr>
            <a:r>
              <a:rPr lang="es-ES" sz="2800" dirty="0">
                <a:solidFill>
                  <a:prstClr val="black"/>
                </a:solidFill>
                <a:latin typeface="Corbel" panose="020B0503020204020204"/>
              </a:rPr>
              <a:t>Por tanto, el número total de hoyos que podamos hacer es el mínimo número de hombres y de palas que tengamos, por lo que expresamos la función de producción de la forma siguiente: f(x1, x2) = min{x1, x2}. </a:t>
            </a:r>
            <a:endParaRPr lang="en-US" sz="28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AA0BA5AA-B8C8-C4FE-7DB0-B1914F89D189}"/>
              </a:ext>
            </a:extLst>
          </p:cNvPr>
          <p:cNvPicPr>
            <a:picLocks noChangeAspect="1"/>
          </p:cNvPicPr>
          <p:nvPr/>
        </p:nvPicPr>
        <p:blipFill>
          <a:blip r:embed="rId3"/>
          <a:stretch>
            <a:fillRect/>
          </a:stretch>
        </p:blipFill>
        <p:spPr>
          <a:xfrm>
            <a:off x="7641425" y="1836869"/>
            <a:ext cx="4011576" cy="3505732"/>
          </a:xfrm>
          <a:prstGeom prst="rect">
            <a:avLst/>
          </a:prstGeom>
        </p:spPr>
      </p:pic>
    </p:spTree>
    <p:extLst>
      <p:ext uri="{BB962C8B-B14F-4D97-AF65-F5344CB8AC3E}">
        <p14:creationId xmlns:p14="http://schemas.microsoft.com/office/powerpoint/2010/main" val="2568193943"/>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Tecnología</a:t>
            </a:r>
            <a:r>
              <a:rPr lang="en-US" b="1" dirty="0">
                <a:solidFill>
                  <a:srgbClr val="1F497D"/>
                </a:solidFill>
              </a:rPr>
              <a:t> – </a:t>
            </a:r>
            <a:r>
              <a:rPr lang="en-US" b="1" dirty="0" err="1">
                <a:solidFill>
                  <a:srgbClr val="1F497D"/>
                </a:solidFill>
              </a:rPr>
              <a:t>sustitutos</a:t>
            </a:r>
            <a:r>
              <a:rPr lang="en-US" b="1" dirty="0">
                <a:solidFill>
                  <a:srgbClr val="1F497D"/>
                </a:solidFill>
              </a:rPr>
              <a:t> perfectos</a:t>
            </a: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658654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800" dirty="0">
                <a:solidFill>
                  <a:prstClr val="black"/>
                </a:solidFill>
                <a:latin typeface="Corbel" panose="020B0503020204020204"/>
              </a:rPr>
              <a:t>Supongamos ahora que estamos haciendo los deberes escolares y que los </a:t>
            </a:r>
            <a:r>
              <a:rPr lang="es-ES" sz="2800" b="1" dirty="0">
                <a:solidFill>
                  <a:prstClr val="black"/>
                </a:solidFill>
                <a:latin typeface="Corbel" panose="020B0503020204020204"/>
              </a:rPr>
              <a:t>factores son lápices rojos y azules.</a:t>
            </a:r>
            <a:r>
              <a:rPr lang="es-ES" sz="2800" dirty="0">
                <a:solidFill>
                  <a:prstClr val="black"/>
                </a:solidFill>
                <a:latin typeface="Corbel" panose="020B0503020204020204"/>
              </a:rPr>
              <a:t> La cantidad de tareas que realicemos depende solamente del número total de lápices, por lo que expresamos la función de producción de la forma siguiente: f(x1, x2) = x1 + x2. </a:t>
            </a:r>
            <a:endParaRPr lang="en-US" sz="28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12B7796A-43D5-4B91-E723-3BD2AC5E2175}"/>
              </a:ext>
            </a:extLst>
          </p:cNvPr>
          <p:cNvPicPr>
            <a:picLocks noChangeAspect="1"/>
          </p:cNvPicPr>
          <p:nvPr/>
        </p:nvPicPr>
        <p:blipFill>
          <a:blip r:embed="rId3"/>
          <a:stretch>
            <a:fillRect/>
          </a:stretch>
        </p:blipFill>
        <p:spPr>
          <a:xfrm>
            <a:off x="7469294" y="1817964"/>
            <a:ext cx="4608406" cy="3754832"/>
          </a:xfrm>
          <a:prstGeom prst="rect">
            <a:avLst/>
          </a:prstGeom>
        </p:spPr>
      </p:pic>
    </p:spTree>
    <p:extLst>
      <p:ext uri="{BB962C8B-B14F-4D97-AF65-F5344CB8AC3E}">
        <p14:creationId xmlns:p14="http://schemas.microsoft.com/office/powerpoint/2010/main" val="296497185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Tecnología</a:t>
            </a:r>
            <a:r>
              <a:rPr lang="en-US" b="1" dirty="0">
                <a:solidFill>
                  <a:srgbClr val="1F497D"/>
                </a:solidFill>
              </a:rPr>
              <a:t> – cobb </a:t>
            </a:r>
            <a:r>
              <a:rPr lang="en-US" b="1" dirty="0" err="1">
                <a:solidFill>
                  <a:srgbClr val="1F497D"/>
                </a:solidFill>
              </a:rPr>
              <a:t>douglas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949501" y="1753324"/>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411953" y="1331862"/>
                <a:ext cx="11234743" cy="37805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400" dirty="0">
                    <a:solidFill>
                      <a:prstClr val="black"/>
                    </a:solidFill>
                    <a:latin typeface="Corbel" panose="020B0503020204020204"/>
                  </a:rPr>
                  <a:t>Si la función de producción tiene la forma </a:t>
                </a:r>
                <a:r>
                  <a:rPr lang="es-ES" sz="2400" b="1" dirty="0">
                    <a:solidFill>
                      <a:prstClr val="black"/>
                    </a:solidFill>
                    <a:latin typeface="Corbel" panose="020B0503020204020204"/>
                  </a:rPr>
                  <a:t>f(x1, x2) = </a:t>
                </a:r>
                <a14:m>
                  <m:oMath xmlns:m="http://schemas.openxmlformats.org/officeDocument/2006/math">
                    <m:r>
                      <a:rPr lang="en-US" sz="2400" b="1" i="1" smtClean="0">
                        <a:solidFill>
                          <a:prstClr val="black"/>
                        </a:solidFill>
                        <a:latin typeface="Cambria Math" panose="02040503050406030204" pitchFamily="18" charset="0"/>
                      </a:rPr>
                      <m:t>𝑨</m:t>
                    </m:r>
                    <m:sSubSup>
                      <m:sSubSupPr>
                        <m:ctrlPr>
                          <a:rPr lang="en-US" sz="2400" b="1" i="1" smtClean="0">
                            <a:solidFill>
                              <a:prstClr val="black"/>
                            </a:solidFill>
                            <a:latin typeface="Cambria Math" panose="02040503050406030204" pitchFamily="18" charset="0"/>
                          </a:rPr>
                        </m:ctrlPr>
                      </m:sSubSupPr>
                      <m:e>
                        <m:r>
                          <a:rPr lang="en-US" sz="2400" b="1" i="1" smtClean="0">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𝟏</m:t>
                        </m:r>
                      </m:sub>
                      <m:sup>
                        <m:r>
                          <a:rPr lang="en-US" sz="2400" b="1" i="1" smtClean="0">
                            <a:solidFill>
                              <a:prstClr val="black"/>
                            </a:solidFill>
                            <a:latin typeface="Cambria Math" panose="02040503050406030204" pitchFamily="18" charset="0"/>
                          </a:rPr>
                          <m:t>𝒂</m:t>
                        </m:r>
                      </m:sup>
                    </m:sSubSup>
                  </m:oMath>
                </a14:m>
                <a:r>
                  <a:rPr lang="en-US" sz="2400" b="1" dirty="0">
                    <a:solidFill>
                      <a:prstClr val="black"/>
                    </a:solidFill>
                  </a:rPr>
                  <a:t> </a:t>
                </a:r>
                <a14:m>
                  <m:oMath xmlns:m="http://schemas.openxmlformats.org/officeDocument/2006/math">
                    <m:sSubSup>
                      <m:sSubSupPr>
                        <m:ctrlPr>
                          <a:rPr lang="en-US" sz="2400" b="1" i="1">
                            <a:solidFill>
                              <a:prstClr val="black"/>
                            </a:solidFill>
                            <a:latin typeface="Cambria Math" panose="02040503050406030204" pitchFamily="18" charset="0"/>
                          </a:rPr>
                        </m:ctrlPr>
                      </m:sSubSupPr>
                      <m:e>
                        <m:r>
                          <a:rPr lang="en-US" sz="2400" b="1" i="1">
                            <a:solidFill>
                              <a:prstClr val="black"/>
                            </a:solidFill>
                            <a:latin typeface="Cambria Math" panose="02040503050406030204" pitchFamily="18" charset="0"/>
                          </a:rPr>
                          <m:t>𝒙</m:t>
                        </m:r>
                      </m:e>
                      <m:sub>
                        <m:r>
                          <a:rPr lang="en-US" sz="2400" b="1" i="1" smtClean="0">
                            <a:solidFill>
                              <a:prstClr val="black"/>
                            </a:solidFill>
                            <a:latin typeface="Cambria Math" panose="02040503050406030204" pitchFamily="18" charset="0"/>
                          </a:rPr>
                          <m:t>𝟐</m:t>
                        </m:r>
                      </m:sub>
                      <m:sup>
                        <m:r>
                          <a:rPr lang="en-US" sz="2400" b="1" i="1" smtClean="0">
                            <a:solidFill>
                              <a:prstClr val="black"/>
                            </a:solidFill>
                            <a:latin typeface="Cambria Math" panose="02040503050406030204" pitchFamily="18" charset="0"/>
                          </a:rPr>
                          <m:t>𝒃</m:t>
                        </m:r>
                      </m:sup>
                    </m:sSubSup>
                  </m:oMath>
                </a14:m>
                <a:r>
                  <a:rPr lang="es-ES" sz="2400" b="1" dirty="0">
                    <a:solidFill>
                      <a:prstClr val="black"/>
                    </a:solidFill>
                    <a:latin typeface="Corbel" panose="020B0503020204020204"/>
                  </a:rPr>
                  <a:t> </a:t>
                </a:r>
                <a:r>
                  <a:rPr lang="es-ES" sz="2400" dirty="0">
                    <a:solidFill>
                      <a:prstClr val="black"/>
                    </a:solidFill>
                    <a:latin typeface="Corbel" panose="020B0503020204020204"/>
                  </a:rPr>
                  <a:t>, decimos que es una función de producción Cobb-Douglas.</a:t>
                </a:r>
              </a:p>
              <a:p>
                <a:pPr marL="0" indent="0" algn="just">
                  <a:buNone/>
                </a:pPr>
                <a:endParaRPr lang="es-ES" sz="1100" dirty="0">
                  <a:solidFill>
                    <a:prstClr val="black"/>
                  </a:solidFill>
                  <a:latin typeface="Corbel" panose="020B0503020204020204"/>
                </a:endParaRPr>
              </a:p>
              <a:p>
                <a:pPr marL="0" indent="0" algn="just">
                  <a:buNone/>
                </a:pPr>
                <a:r>
                  <a:rPr lang="en-US" sz="2400" dirty="0">
                    <a:solidFill>
                      <a:prstClr val="black"/>
                    </a:solidFill>
                    <a:latin typeface="Corbel" panose="020B0503020204020204"/>
                  </a:rPr>
                  <a:t>En la </a:t>
                </a:r>
                <a:r>
                  <a:rPr lang="en-US" sz="2400" dirty="0" err="1">
                    <a:solidFill>
                      <a:prstClr val="black"/>
                    </a:solidFill>
                    <a:latin typeface="Corbel" panose="020B0503020204020204"/>
                  </a:rPr>
                  <a:t>teoría</a:t>
                </a:r>
                <a:r>
                  <a:rPr lang="en-US" sz="2400" dirty="0">
                    <a:solidFill>
                      <a:prstClr val="black"/>
                    </a:solidFill>
                    <a:latin typeface="Corbel" panose="020B0503020204020204"/>
                  </a:rPr>
                  <a:t> del </a:t>
                </a:r>
                <a:r>
                  <a:rPr lang="en-US" sz="2400" dirty="0" err="1">
                    <a:solidFill>
                      <a:prstClr val="black"/>
                    </a:solidFill>
                    <a:latin typeface="Corbel" panose="020B0503020204020204"/>
                  </a:rPr>
                  <a:t>consumidor</a:t>
                </a:r>
                <a:r>
                  <a:rPr lang="es-ES" sz="2400" dirty="0">
                    <a:solidFill>
                      <a:prstClr val="black"/>
                    </a:solidFill>
                    <a:latin typeface="Corbel" panose="020B0503020204020204"/>
                  </a:rPr>
                  <a:t>, suponíamos que A = 1 y generalmente que a + b = 1. Pero en la teoría de la empresa, la magnitud de la función de producción si es importante y permitimos que estos parámetros adopten valores arbitrarios.</a:t>
                </a:r>
              </a:p>
              <a:p>
                <a:pPr marL="0" indent="0" algn="just">
                  <a:buNone/>
                </a:pPr>
                <a:endParaRPr lang="es-ES" sz="2800" dirty="0">
                  <a:solidFill>
                    <a:prstClr val="black"/>
                  </a:solidFill>
                  <a:latin typeface="Corbel" panose="020B0503020204020204"/>
                </a:endParaRPr>
              </a:p>
              <a:p>
                <a:pPr marL="0" indent="0" algn="just">
                  <a:buNone/>
                </a:pPr>
                <a:r>
                  <a:rPr lang="es-ES" sz="2800" dirty="0">
                    <a:solidFill>
                      <a:prstClr val="black"/>
                    </a:solidFill>
                    <a:latin typeface="Corbel" panose="020B0503020204020204"/>
                  </a:rPr>
                  <a:t> </a:t>
                </a:r>
                <a:endParaRPr lang="en-US" sz="2800" dirty="0">
                  <a:solidFill>
                    <a:prstClr val="black"/>
                  </a:solidFill>
                  <a:latin typeface="Corbel" panose="020B0503020204020204"/>
                </a:endParaRPr>
              </a:p>
            </p:txBody>
          </p:sp>
        </mc:Choice>
        <mc:Fallback xmlns="">
          <p:sp>
            <p:nvSpPr>
              <p:cNvPr id="11" name="Content Placeholder 2">
                <a:extLst>
                  <a:ext uri="{FF2B5EF4-FFF2-40B4-BE49-F238E27FC236}">
                    <a16:creationId xmlns:a16="http://schemas.microsoft.com/office/drawing/2014/main" id="{8E1D0CD2-625D-BD4A-B0AD-81EB5764A550}"/>
                  </a:ext>
                </a:extLst>
              </p:cNvPr>
              <p:cNvSpPr txBox="1">
                <a:spLocks noRot="1" noChangeAspect="1" noMove="1" noResize="1" noEditPoints="1" noAdjustHandles="1" noChangeArrowheads="1" noChangeShapeType="1" noTextEdit="1"/>
              </p:cNvSpPr>
              <p:nvPr/>
            </p:nvSpPr>
            <p:spPr>
              <a:xfrm>
                <a:off x="411953" y="1331862"/>
                <a:ext cx="11234743" cy="3780501"/>
              </a:xfrm>
              <a:prstGeom prst="rect">
                <a:avLst/>
              </a:prstGeom>
              <a:blipFill>
                <a:blip r:embed="rId3"/>
                <a:stretch>
                  <a:fillRect l="-868" t="-483" r="-814"/>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5B4F09D-BD03-63DB-5C0A-468ABBA611A6}"/>
              </a:ext>
            </a:extLst>
          </p:cNvPr>
          <p:cNvSpPr txBox="1"/>
          <p:nvPr/>
        </p:nvSpPr>
        <p:spPr>
          <a:xfrm>
            <a:off x="1168213" y="5269448"/>
            <a:ext cx="7376387" cy="707886"/>
          </a:xfrm>
          <a:prstGeom prst="rect">
            <a:avLst/>
          </a:prstGeom>
          <a:noFill/>
        </p:spPr>
        <p:txBody>
          <a:bodyPr wrap="square">
            <a:spAutoFit/>
          </a:bodyPr>
          <a:lstStyle/>
          <a:p>
            <a:pPr marL="0" indent="0" algn="just">
              <a:buNone/>
            </a:pPr>
            <a:r>
              <a:rPr lang="es-ES" sz="2000" dirty="0">
                <a:solidFill>
                  <a:prstClr val="black"/>
                </a:solidFill>
                <a:latin typeface="Corbel" panose="020B0503020204020204"/>
              </a:rPr>
              <a:t>Estos parámetros miden la respuesta de la cantidad producida a las variaciones de los factores. </a:t>
            </a:r>
            <a:endParaRPr lang="en-US" sz="2000" dirty="0">
              <a:solidFill>
                <a:prstClr val="black"/>
              </a:solidFill>
              <a:latin typeface="Corbel" panose="020B0503020204020204"/>
            </a:endParaRPr>
          </a:p>
        </p:txBody>
      </p:sp>
      <p:sp>
        <p:nvSpPr>
          <p:cNvPr id="13" name="TextBox 12">
            <a:extLst>
              <a:ext uri="{FF2B5EF4-FFF2-40B4-BE49-F238E27FC236}">
                <a16:creationId xmlns:a16="http://schemas.microsoft.com/office/drawing/2014/main" id="{357D87B4-1431-9860-80BF-DB0DB56C202A}"/>
              </a:ext>
            </a:extLst>
          </p:cNvPr>
          <p:cNvSpPr txBox="1"/>
          <p:nvPr/>
        </p:nvSpPr>
        <p:spPr>
          <a:xfrm>
            <a:off x="159449" y="4004071"/>
            <a:ext cx="829081" cy="646331"/>
          </a:xfrm>
          <a:prstGeom prst="rect">
            <a:avLst/>
          </a:prstGeom>
          <a:noFill/>
        </p:spPr>
        <p:txBody>
          <a:bodyPr wrap="square" rtlCol="0">
            <a:spAutoFit/>
          </a:bodyPr>
          <a:lstStyle/>
          <a:p>
            <a:pPr algn="ctr"/>
            <a:r>
              <a:rPr lang="en-US" sz="3600" b="1" dirty="0">
                <a:solidFill>
                  <a:schemeClr val="tx2"/>
                </a:solidFill>
                <a:latin typeface="Abadi" panose="020B0604020104020204" pitchFamily="34" charset="0"/>
              </a:rPr>
              <a:t>A</a:t>
            </a:r>
          </a:p>
        </p:txBody>
      </p:sp>
      <p:sp>
        <p:nvSpPr>
          <p:cNvPr id="15" name="TextBox 14">
            <a:extLst>
              <a:ext uri="{FF2B5EF4-FFF2-40B4-BE49-F238E27FC236}">
                <a16:creationId xmlns:a16="http://schemas.microsoft.com/office/drawing/2014/main" id="{02DB31BC-E9A2-DF55-B603-FC8B05A4D29F}"/>
              </a:ext>
            </a:extLst>
          </p:cNvPr>
          <p:cNvSpPr txBox="1"/>
          <p:nvPr/>
        </p:nvSpPr>
        <p:spPr>
          <a:xfrm>
            <a:off x="1022953" y="4017018"/>
            <a:ext cx="7475269" cy="707886"/>
          </a:xfrm>
          <a:prstGeom prst="rect">
            <a:avLst/>
          </a:prstGeom>
          <a:noFill/>
        </p:spPr>
        <p:txBody>
          <a:bodyPr wrap="square" rtlCol="0">
            <a:spAutoFit/>
          </a:bodyPr>
          <a:lstStyle/>
          <a:p>
            <a:pPr marL="0" indent="0" algn="just">
              <a:buNone/>
            </a:pPr>
            <a:r>
              <a:rPr lang="es-ES" sz="2000" dirty="0">
                <a:solidFill>
                  <a:prstClr val="black"/>
                </a:solidFill>
                <a:latin typeface="Corbel" panose="020B0503020204020204"/>
              </a:rPr>
              <a:t>Mide, aproximadamente, la escala de producción, es decir, el volumen de producción que se obtiene si se utiliza una unidad de cada factor.</a:t>
            </a:r>
            <a:endParaRPr lang="en-US" sz="2000" dirty="0"/>
          </a:p>
        </p:txBody>
      </p:sp>
      <p:sp>
        <p:nvSpPr>
          <p:cNvPr id="16" name="TextBox 15">
            <a:extLst>
              <a:ext uri="{FF2B5EF4-FFF2-40B4-BE49-F238E27FC236}">
                <a16:creationId xmlns:a16="http://schemas.microsoft.com/office/drawing/2014/main" id="{5F1822B1-953D-D10C-2122-3EEFC4A71F13}"/>
              </a:ext>
            </a:extLst>
          </p:cNvPr>
          <p:cNvSpPr txBox="1"/>
          <p:nvPr/>
        </p:nvSpPr>
        <p:spPr>
          <a:xfrm>
            <a:off x="91802" y="5182453"/>
            <a:ext cx="964374" cy="646331"/>
          </a:xfrm>
          <a:prstGeom prst="rect">
            <a:avLst/>
          </a:prstGeom>
          <a:noFill/>
        </p:spPr>
        <p:txBody>
          <a:bodyPr wrap="square" rtlCol="0">
            <a:spAutoFit/>
          </a:bodyPr>
          <a:lstStyle/>
          <a:p>
            <a:pPr algn="ctr"/>
            <a:r>
              <a:rPr lang="en-US" sz="3600" b="1" dirty="0" err="1">
                <a:solidFill>
                  <a:schemeClr val="accent6">
                    <a:lumMod val="75000"/>
                  </a:schemeClr>
                </a:solidFill>
                <a:latin typeface="Abadi" panose="020B0604020104020204" pitchFamily="34" charset="0"/>
              </a:rPr>
              <a:t>a+b</a:t>
            </a:r>
            <a:endParaRPr lang="en-US" sz="3600" b="1" dirty="0">
              <a:solidFill>
                <a:schemeClr val="accent6">
                  <a:lumMod val="75000"/>
                </a:schemeClr>
              </a:solidFill>
              <a:latin typeface="Abadi" panose="020B0604020104020204" pitchFamily="34" charset="0"/>
            </a:endParaRPr>
          </a:p>
        </p:txBody>
      </p:sp>
      <p:sp>
        <p:nvSpPr>
          <p:cNvPr id="17" name="Left Brace 16">
            <a:extLst>
              <a:ext uri="{FF2B5EF4-FFF2-40B4-BE49-F238E27FC236}">
                <a16:creationId xmlns:a16="http://schemas.microsoft.com/office/drawing/2014/main" id="{2B9D8546-BEC7-7606-556E-DDD9B4859837}"/>
              </a:ext>
            </a:extLst>
          </p:cNvPr>
          <p:cNvSpPr/>
          <p:nvPr/>
        </p:nvSpPr>
        <p:spPr>
          <a:xfrm>
            <a:off x="895350" y="3949213"/>
            <a:ext cx="248961" cy="794237"/>
          </a:xfrm>
          <a:prstGeom prst="leftBrace">
            <a:avLst/>
          </a:prstGeom>
          <a:ln w="28575">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Left Brace 17">
            <a:extLst>
              <a:ext uri="{FF2B5EF4-FFF2-40B4-BE49-F238E27FC236}">
                <a16:creationId xmlns:a16="http://schemas.microsoft.com/office/drawing/2014/main" id="{AC63CC64-6441-082F-19C6-9D2233EACF90}"/>
              </a:ext>
            </a:extLst>
          </p:cNvPr>
          <p:cNvSpPr/>
          <p:nvPr/>
        </p:nvSpPr>
        <p:spPr>
          <a:xfrm>
            <a:off x="1043733" y="5210081"/>
            <a:ext cx="248961" cy="794237"/>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6">
                  <a:lumMod val="75000"/>
                </a:schemeClr>
              </a:solidFill>
            </a:endParaRPr>
          </a:p>
        </p:txBody>
      </p:sp>
      <p:pic>
        <p:nvPicPr>
          <p:cNvPr id="19" name="Picture 18">
            <a:extLst>
              <a:ext uri="{FF2B5EF4-FFF2-40B4-BE49-F238E27FC236}">
                <a16:creationId xmlns:a16="http://schemas.microsoft.com/office/drawing/2014/main" id="{5E3E7B6F-8D5B-BD94-1321-F0F51C26186D}"/>
              </a:ext>
            </a:extLst>
          </p:cNvPr>
          <p:cNvPicPr>
            <a:picLocks noChangeAspect="1"/>
          </p:cNvPicPr>
          <p:nvPr/>
        </p:nvPicPr>
        <p:blipFill>
          <a:blip r:embed="rId4"/>
          <a:stretch>
            <a:fillRect/>
          </a:stretch>
        </p:blipFill>
        <p:spPr>
          <a:xfrm>
            <a:off x="9021200" y="3571921"/>
            <a:ext cx="2796478" cy="2604446"/>
          </a:xfrm>
          <a:prstGeom prst="rect">
            <a:avLst/>
          </a:prstGeom>
          <a:ln>
            <a:solidFill>
              <a:schemeClr val="tx1">
                <a:lumMod val="85000"/>
                <a:lumOff val="15000"/>
              </a:schemeClr>
            </a:solidFill>
          </a:ln>
        </p:spPr>
      </p:pic>
    </p:spTree>
    <p:extLst>
      <p:ext uri="{BB962C8B-B14F-4D97-AF65-F5344CB8AC3E}">
        <p14:creationId xmlns:p14="http://schemas.microsoft.com/office/powerpoint/2010/main" val="37724334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sz="3600" b="1" dirty="0" err="1">
                <a:solidFill>
                  <a:srgbClr val="1F497D"/>
                </a:solidFill>
              </a:rPr>
              <a:t>Propiedades</a:t>
            </a:r>
            <a:r>
              <a:rPr lang="en-US" sz="3600" b="1" dirty="0">
                <a:solidFill>
                  <a:srgbClr val="1F497D"/>
                </a:solidFill>
              </a:rPr>
              <a:t> de la </a:t>
            </a:r>
            <a:r>
              <a:rPr lang="en-US" sz="3600" b="1" dirty="0" err="1">
                <a:solidFill>
                  <a:srgbClr val="1F497D"/>
                </a:solidFill>
              </a:rPr>
              <a:t>función</a:t>
            </a:r>
            <a:r>
              <a:rPr lang="en-US" sz="3600" b="1" dirty="0">
                <a:solidFill>
                  <a:srgbClr val="1F497D"/>
                </a:solidFill>
              </a:rPr>
              <a:t> de </a:t>
            </a:r>
            <a:r>
              <a:rPr lang="en-US" sz="3600" b="1" dirty="0" err="1">
                <a:solidFill>
                  <a:srgbClr val="1F497D"/>
                </a:solidFill>
              </a:rPr>
              <a:t>producción</a:t>
            </a:r>
            <a:endParaRPr lang="en-US" sz="3600"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Clr>
                <a:schemeClr val="tx2"/>
              </a:buClr>
              <a:buSzPct val="78000"/>
            </a:pPr>
            <a:r>
              <a:rPr lang="en-US" sz="2800" b="1" dirty="0" err="1">
                <a:solidFill>
                  <a:prstClr val="black"/>
                </a:solidFill>
                <a:latin typeface="Corbel" panose="020B0503020204020204"/>
              </a:rPr>
              <a:t>Monótonas</a:t>
            </a:r>
            <a:r>
              <a:rPr lang="en-US" sz="2800" b="1" dirty="0">
                <a:solidFill>
                  <a:prstClr val="black"/>
                </a:solidFill>
                <a:latin typeface="Corbel" panose="020B0503020204020204"/>
              </a:rPr>
              <a:t>: </a:t>
            </a:r>
            <a:r>
              <a:rPr lang="es-ES" sz="2800" dirty="0">
                <a:solidFill>
                  <a:prstClr val="black"/>
                </a:solidFill>
                <a:latin typeface="Corbel" panose="020B0503020204020204"/>
              </a:rPr>
              <a:t>con una cantidad igual o mayor de ambos factores, debe ser posible obtener, al menos, el mismo volumen de producción. </a:t>
            </a:r>
            <a:r>
              <a:rPr lang="en-US" sz="2800" dirty="0">
                <a:solidFill>
                  <a:prstClr val="black"/>
                </a:solidFill>
                <a:latin typeface="Corbel" panose="020B0503020204020204"/>
              </a:rPr>
              <a:t>Esta </a:t>
            </a:r>
            <a:r>
              <a:rPr lang="en-US" sz="2800" dirty="0" err="1">
                <a:solidFill>
                  <a:prstClr val="black"/>
                </a:solidFill>
                <a:latin typeface="Corbel" panose="020B0503020204020204"/>
              </a:rPr>
              <a:t>propiedad</a:t>
            </a:r>
            <a:r>
              <a:rPr lang="en-US" sz="2800" dirty="0">
                <a:solidFill>
                  <a:prstClr val="black"/>
                </a:solidFill>
                <a:latin typeface="Corbel" panose="020B0503020204020204"/>
              </a:rPr>
              <a:t> </a:t>
            </a:r>
            <a:r>
              <a:rPr lang="es-ES" sz="2800" dirty="0">
                <a:solidFill>
                  <a:prstClr val="black"/>
                </a:solidFill>
                <a:latin typeface="Corbel" panose="020B0503020204020204"/>
              </a:rPr>
              <a:t>se denomina a veces </a:t>
            </a:r>
            <a:r>
              <a:rPr lang="es-ES" sz="2800" b="1" dirty="0">
                <a:solidFill>
                  <a:prstClr val="black"/>
                </a:solidFill>
                <a:latin typeface="Corbel" panose="020B0503020204020204"/>
              </a:rPr>
              <a:t>eliminación gratuita</a:t>
            </a:r>
            <a:r>
              <a:rPr lang="es-ES" sz="2800" dirty="0">
                <a:solidFill>
                  <a:prstClr val="black"/>
                </a:solidFill>
                <a:latin typeface="Corbel" panose="020B0503020204020204"/>
              </a:rPr>
              <a:t>, ya que, si la empresa puede deshacerse de cualquier cantidad de un factor sin incurrir en coste alguno, no puede perjudicarle tener más del mismo.</a:t>
            </a:r>
          </a:p>
          <a:p>
            <a:pPr algn="just">
              <a:buClr>
                <a:schemeClr val="tx1"/>
              </a:buClr>
              <a:buSzPct val="78000"/>
              <a:buFont typeface="Arial" panose="020B0604020202020204" pitchFamily="34" charset="0"/>
              <a:buChar char="•"/>
            </a:pPr>
            <a:endParaRPr lang="es-ES" sz="2800" dirty="0">
              <a:solidFill>
                <a:prstClr val="black"/>
              </a:solidFill>
              <a:latin typeface="Corbel" panose="020B0503020204020204"/>
            </a:endParaRPr>
          </a:p>
          <a:p>
            <a:pPr marL="0" indent="0" algn="just">
              <a:buNone/>
            </a:pPr>
            <a:endParaRPr lang="en-US" sz="2800" dirty="0">
              <a:solidFill>
                <a:prstClr val="black"/>
              </a:solidFill>
              <a:latin typeface="Corbel" panose="020B0503020204020204"/>
            </a:endParaRPr>
          </a:p>
          <a:p>
            <a:pPr marL="0" indent="0" algn="just">
              <a:buNone/>
            </a:pPr>
            <a:endParaRPr lang="en-US" sz="2800" dirty="0">
              <a:solidFill>
                <a:prstClr val="black"/>
              </a:solidFill>
              <a:latin typeface="Corbel" panose="020B0503020204020204"/>
            </a:endParaRPr>
          </a:p>
        </p:txBody>
      </p:sp>
    </p:spTree>
    <p:extLst>
      <p:ext uri="{BB962C8B-B14F-4D97-AF65-F5344CB8AC3E}">
        <p14:creationId xmlns:p14="http://schemas.microsoft.com/office/powerpoint/2010/main" val="75387608"/>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fontScale="90000"/>
          </a:bodyPr>
          <a:lstStyle/>
          <a:p>
            <a:r>
              <a:rPr lang="en-US" sz="4000" b="1" dirty="0" err="1">
                <a:solidFill>
                  <a:srgbClr val="1F497D"/>
                </a:solidFill>
              </a:rPr>
              <a:t>Propiedades</a:t>
            </a:r>
            <a:r>
              <a:rPr lang="en-US" sz="4000" b="1" dirty="0">
                <a:solidFill>
                  <a:srgbClr val="1F497D"/>
                </a:solidFill>
              </a:rPr>
              <a:t> de la </a:t>
            </a:r>
            <a:r>
              <a:rPr lang="en-US" sz="4000" b="1" dirty="0" err="1">
                <a:solidFill>
                  <a:srgbClr val="1F497D"/>
                </a:solidFill>
              </a:rPr>
              <a:t>función</a:t>
            </a:r>
            <a:r>
              <a:rPr lang="en-US" sz="4000" b="1" dirty="0">
                <a:solidFill>
                  <a:srgbClr val="1F497D"/>
                </a:solidFill>
              </a:rPr>
              <a:t> de </a:t>
            </a:r>
            <a:r>
              <a:rPr lang="en-US" sz="4000" b="1" dirty="0" err="1">
                <a:solidFill>
                  <a:srgbClr val="1F497D"/>
                </a:solidFill>
              </a:rPr>
              <a:t>producción</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Clr>
                    <a:schemeClr val="tx2"/>
                  </a:buClr>
                </a:pPr>
                <a:r>
                  <a:rPr lang="es-ES" sz="2800" b="1" dirty="0">
                    <a:solidFill>
                      <a:prstClr val="black"/>
                    </a:solidFill>
                    <a:latin typeface="Corbel" panose="020B0503020204020204"/>
                  </a:rPr>
                  <a:t>Convexidad: </a:t>
                </a:r>
                <a:r>
                  <a:rPr lang="es-ES" sz="2800" dirty="0">
                    <a:solidFill>
                      <a:prstClr val="black"/>
                    </a:solidFill>
                    <a:latin typeface="Corbel" panose="020B0503020204020204"/>
                  </a:rPr>
                  <a:t>lo que significa que, si existen dos formas de producir </a:t>
                </a:r>
                <a:r>
                  <a:rPr lang="es-ES" sz="2800" i="1" dirty="0">
                    <a:solidFill>
                      <a:prstClr val="black"/>
                    </a:solidFill>
                    <a:latin typeface="Corbel" panose="020B0503020204020204"/>
                  </a:rPr>
                  <a:t>y</a:t>
                </a:r>
                <a:r>
                  <a:rPr lang="es-ES" sz="2800" dirty="0">
                    <a:solidFill>
                      <a:prstClr val="black"/>
                    </a:solidFill>
                    <a:latin typeface="Corbel" panose="020B0503020204020204"/>
                  </a:rPr>
                  <a:t> unidades, (x1, x2) y (z1, z2), su medida ponderada permitirá obtener </a:t>
                </a:r>
                <a:r>
                  <a:rPr lang="es-ES" sz="2800" i="1" dirty="0">
                    <a:solidFill>
                      <a:prstClr val="black"/>
                    </a:solidFill>
                    <a:latin typeface="Corbel" panose="020B0503020204020204"/>
                  </a:rPr>
                  <a:t>al menos y</a:t>
                </a:r>
                <a:r>
                  <a:rPr lang="es-ES" sz="2800" dirty="0">
                    <a:solidFill>
                      <a:prstClr val="black"/>
                    </a:solidFill>
                    <a:latin typeface="Corbel" panose="020B0503020204020204"/>
                  </a:rPr>
                  <a:t> unidades.</a:t>
                </a:r>
              </a:p>
              <a:p>
                <a:pPr algn="just">
                  <a:buClr>
                    <a:schemeClr val="tx2"/>
                  </a:buClr>
                </a:pPr>
                <a:endParaRPr lang="es-ES" sz="2800" dirty="0">
                  <a:solidFill>
                    <a:prstClr val="black"/>
                  </a:solidFill>
                  <a:latin typeface="Corbel" panose="020B0503020204020204"/>
                </a:endParaRPr>
              </a:p>
              <a:p>
                <a:pPr marL="0" indent="0" algn="just">
                  <a:buClr>
                    <a:schemeClr val="tx2"/>
                  </a:buClr>
                  <a:buNone/>
                </a:pPr>
                <a:r>
                  <a:rPr lang="es-ES" sz="2800" dirty="0">
                    <a:solidFill>
                      <a:prstClr val="black"/>
                    </a:solidFill>
                    <a:latin typeface="Corbel" panose="020B0503020204020204"/>
                  </a:rPr>
                  <a:t>Supongamos, además, que podemos multiplicar libremente la producción de manera arbitraria de tal forma que (100</a:t>
                </a:r>
                <a14:m>
                  <m:oMath xmlns:m="http://schemas.openxmlformats.org/officeDocument/2006/math">
                    <m:sSub>
                      <m:sSubPr>
                        <m:ctrlPr>
                          <a:rPr lang="es-ES" sz="2800" i="1" smtClean="0">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rPr>
                          <m:t>𝑎</m:t>
                        </m:r>
                      </m:e>
                      <m:sub>
                        <m:r>
                          <a:rPr lang="en-US" sz="2800" b="0" i="1" smtClean="0">
                            <a:solidFill>
                              <a:prstClr val="black"/>
                            </a:solidFill>
                            <a:latin typeface="Cambria Math" panose="02040503050406030204" pitchFamily="18" charset="0"/>
                          </a:rPr>
                          <m:t>1</m:t>
                        </m:r>
                      </m:sub>
                    </m:sSub>
                  </m:oMath>
                </a14:m>
                <a:r>
                  <a:rPr lang="es-ES" sz="2800" dirty="0">
                    <a:solidFill>
                      <a:prstClr val="black"/>
                    </a:solidFill>
                  </a:rPr>
                  <a:t>, 100</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𝑎</m:t>
                        </m:r>
                      </m:e>
                      <m:sub>
                        <m:r>
                          <a:rPr lang="en-US" sz="2800" b="0" i="1" smtClean="0">
                            <a:solidFill>
                              <a:prstClr val="black"/>
                            </a:solidFill>
                            <a:latin typeface="Cambria Math" panose="02040503050406030204" pitchFamily="18" charset="0"/>
                          </a:rPr>
                          <m:t>2</m:t>
                        </m:r>
                      </m:sub>
                    </m:sSub>
                  </m:oMath>
                </a14:m>
                <a:r>
                  <a:rPr lang="es-ES" sz="2800" dirty="0">
                    <a:solidFill>
                      <a:prstClr val="black"/>
                    </a:solidFill>
                  </a:rPr>
                  <a:t>) y (100</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rPr>
                          <m:t>𝑏</m:t>
                        </m:r>
                      </m:e>
                      <m:sub>
                        <m:r>
                          <a:rPr lang="en-US" sz="2800" i="1">
                            <a:solidFill>
                              <a:prstClr val="black"/>
                            </a:solidFill>
                            <a:latin typeface="Cambria Math" panose="02040503050406030204" pitchFamily="18" charset="0"/>
                          </a:rPr>
                          <m:t>1</m:t>
                        </m:r>
                      </m:sub>
                    </m:sSub>
                  </m:oMath>
                </a14:m>
                <a:r>
                  <a:rPr lang="es-ES" sz="2800" dirty="0">
                    <a:solidFill>
                      <a:prstClr val="black"/>
                    </a:solidFill>
                  </a:rPr>
                  <a:t>, 100</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b="0" i="1" smtClean="0">
                            <a:solidFill>
                              <a:prstClr val="black"/>
                            </a:solidFill>
                            <a:latin typeface="Cambria Math" panose="02040503050406030204" pitchFamily="18" charset="0"/>
                          </a:rPr>
                          <m:t>𝑏</m:t>
                        </m:r>
                      </m:e>
                      <m:sub>
                        <m:r>
                          <a:rPr lang="en-US" sz="2800" i="1">
                            <a:solidFill>
                              <a:prstClr val="black"/>
                            </a:solidFill>
                            <a:latin typeface="Cambria Math" panose="02040503050406030204" pitchFamily="18" charset="0"/>
                          </a:rPr>
                          <m:t>2</m:t>
                        </m:r>
                      </m:sub>
                    </m:sSub>
                  </m:oMath>
                </a14:m>
                <a:r>
                  <a:rPr lang="es-ES" sz="2800" dirty="0">
                    <a:solidFill>
                      <a:prstClr val="black"/>
                    </a:solidFill>
                  </a:rPr>
                  <a:t>) </a:t>
                </a:r>
                <a:r>
                  <a:rPr lang="es-ES" sz="2800" dirty="0">
                    <a:solidFill>
                      <a:prstClr val="black"/>
                    </a:solidFill>
                    <a:latin typeface="Corbel" panose="020B0503020204020204"/>
                  </a:rPr>
                  <a:t>generen 100 unidades de producción. Pero ahora obsérvese que si tenemos 25</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𝑎</m:t>
                        </m:r>
                      </m:e>
                      <m:sub>
                        <m:r>
                          <a:rPr lang="en-US" sz="2800" i="1">
                            <a:solidFill>
                              <a:prstClr val="black"/>
                            </a:solidFill>
                            <a:latin typeface="Cambria Math" panose="02040503050406030204" pitchFamily="18" charset="0"/>
                          </a:rPr>
                          <m:t>1</m:t>
                        </m:r>
                      </m:sub>
                    </m:sSub>
                  </m:oMath>
                </a14:m>
                <a:r>
                  <a:rPr lang="es-ES" sz="2800" dirty="0">
                    <a:solidFill>
                      <a:prstClr val="black"/>
                    </a:solidFill>
                    <a:latin typeface="Corbel" panose="020B0503020204020204"/>
                  </a:rPr>
                  <a:t> + 75</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𝑏</m:t>
                        </m:r>
                      </m:e>
                      <m:sub>
                        <m:r>
                          <a:rPr lang="en-US" sz="2800" i="1">
                            <a:solidFill>
                              <a:prstClr val="black"/>
                            </a:solidFill>
                            <a:latin typeface="Cambria Math" panose="02040503050406030204" pitchFamily="18" charset="0"/>
                          </a:rPr>
                          <m:t>2</m:t>
                        </m:r>
                      </m:sub>
                    </m:sSub>
                  </m:oMath>
                </a14:m>
                <a:r>
                  <a:rPr lang="es-ES" sz="2800" dirty="0">
                    <a:solidFill>
                      <a:prstClr val="black"/>
                    </a:solidFill>
                    <a:latin typeface="Corbel" panose="020B0503020204020204"/>
                  </a:rPr>
                  <a:t> unidades del factor 1 y 25</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𝑎</m:t>
                        </m:r>
                      </m:e>
                      <m:sub>
                        <m:r>
                          <a:rPr lang="en-US" sz="2800" b="0" i="1" smtClean="0">
                            <a:solidFill>
                              <a:prstClr val="black"/>
                            </a:solidFill>
                            <a:latin typeface="Cambria Math" panose="02040503050406030204" pitchFamily="18" charset="0"/>
                          </a:rPr>
                          <m:t>2</m:t>
                        </m:r>
                      </m:sub>
                    </m:sSub>
                  </m:oMath>
                </a14:m>
                <a:r>
                  <a:rPr lang="es-ES" sz="2800" dirty="0">
                    <a:solidFill>
                      <a:prstClr val="black"/>
                    </a:solidFill>
                    <a:latin typeface="Corbel" panose="020B0503020204020204"/>
                  </a:rPr>
                  <a:t> + 75</a:t>
                </a:r>
                <a14:m>
                  <m:oMath xmlns:m="http://schemas.openxmlformats.org/officeDocument/2006/math">
                    <m:sSub>
                      <m:sSubPr>
                        <m:ctrlPr>
                          <a:rPr lang="es-ES" sz="2800" i="1">
                            <a:solidFill>
                              <a:prstClr val="black"/>
                            </a:solidFill>
                            <a:latin typeface="Cambria Math" panose="02040503050406030204" pitchFamily="18" charset="0"/>
                          </a:rPr>
                        </m:ctrlPr>
                      </m:sSubPr>
                      <m:e>
                        <m:r>
                          <a:rPr lang="en-US" sz="2800" i="1">
                            <a:solidFill>
                              <a:prstClr val="black"/>
                            </a:solidFill>
                            <a:latin typeface="Cambria Math" panose="02040503050406030204" pitchFamily="18" charset="0"/>
                          </a:rPr>
                          <m:t>𝑏</m:t>
                        </m:r>
                      </m:e>
                      <m:sub>
                        <m:r>
                          <a:rPr lang="en-US" sz="2800" i="1">
                            <a:solidFill>
                              <a:prstClr val="black"/>
                            </a:solidFill>
                            <a:latin typeface="Cambria Math" panose="02040503050406030204" pitchFamily="18" charset="0"/>
                          </a:rPr>
                          <m:t>2</m:t>
                        </m:r>
                      </m:sub>
                    </m:sSub>
                  </m:oMath>
                </a14:m>
                <a:r>
                  <a:rPr lang="es-ES" sz="2800" dirty="0">
                    <a:solidFill>
                      <a:prstClr val="black"/>
                    </a:solidFill>
                    <a:latin typeface="Corbel" panose="020B0503020204020204"/>
                  </a:rPr>
                  <a:t>, unidades del 2, también podemos producir 100 unidades: basta producir 25 utilizando la técnica “a” y 75 utilizando la técnica “b”.</a:t>
                </a:r>
                <a:endParaRPr lang="en-US" sz="2800" dirty="0">
                  <a:solidFill>
                    <a:prstClr val="black"/>
                  </a:solidFill>
                  <a:latin typeface="Corbel" panose="020B0503020204020204"/>
                </a:endParaRPr>
              </a:p>
              <a:p>
                <a:pPr marL="0" indent="0" algn="just">
                  <a:buNone/>
                </a:pPr>
                <a:endParaRPr lang="en-US" sz="2800" dirty="0">
                  <a:solidFill>
                    <a:prstClr val="black"/>
                  </a:solidFill>
                  <a:latin typeface="Corbel" panose="020B0503020204020204"/>
                </a:endParaRPr>
              </a:p>
            </p:txBody>
          </p:sp>
        </mc:Choice>
        <mc:Fallback xmlns="">
          <p:sp>
            <p:nvSpPr>
              <p:cNvPr id="11" name="Content Placeholder 2">
                <a:extLst>
                  <a:ext uri="{FF2B5EF4-FFF2-40B4-BE49-F238E27FC236}">
                    <a16:creationId xmlns:a16="http://schemas.microsoft.com/office/drawing/2014/main" id="{8E1D0CD2-625D-BD4A-B0AD-81EB5764A550}"/>
                  </a:ext>
                </a:extLst>
              </p:cNvPr>
              <p:cNvSpPr txBox="1">
                <a:spLocks noRot="1" noChangeAspect="1" noMove="1" noResize="1" noEditPoints="1" noAdjustHandles="1" noChangeArrowheads="1" noChangeShapeType="1" noTextEdit="1"/>
              </p:cNvSpPr>
              <p:nvPr/>
            </p:nvSpPr>
            <p:spPr>
              <a:xfrm>
                <a:off x="366707" y="1515399"/>
                <a:ext cx="11596693" cy="5101301"/>
              </a:xfrm>
              <a:prstGeom prst="rect">
                <a:avLst/>
              </a:prstGeom>
              <a:blipFill>
                <a:blip r:embed="rId3"/>
                <a:stretch>
                  <a:fillRect l="-1051" t="-1196" r="-1051"/>
                </a:stretch>
              </a:blipFill>
            </p:spPr>
            <p:txBody>
              <a:bodyPr/>
              <a:lstStyle/>
              <a:p>
                <a:r>
                  <a:rPr lang="en-US">
                    <a:noFill/>
                  </a:rPr>
                  <a:t> </a:t>
                </a:r>
              </a:p>
            </p:txBody>
          </p:sp>
        </mc:Fallback>
      </mc:AlternateContent>
    </p:spTree>
    <p:extLst>
      <p:ext uri="{BB962C8B-B14F-4D97-AF65-F5344CB8AC3E}">
        <p14:creationId xmlns:p14="http://schemas.microsoft.com/office/powerpoint/2010/main" val="2509424323"/>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Relación</a:t>
            </a:r>
            <a:r>
              <a:rPr lang="en-US" b="1" dirty="0">
                <a:solidFill>
                  <a:srgbClr val="1F497D"/>
                </a:solidFill>
              </a:rPr>
              <a:t> </a:t>
            </a:r>
            <a:r>
              <a:rPr lang="en-US" b="1" dirty="0" err="1">
                <a:solidFill>
                  <a:srgbClr val="1F497D"/>
                </a:solidFill>
              </a:rPr>
              <a:t>técnica</a:t>
            </a:r>
            <a:r>
              <a:rPr lang="en-US" b="1" dirty="0">
                <a:solidFill>
                  <a:srgbClr val="1F497D"/>
                </a:solidFill>
              </a:rPr>
              <a:t> de </a:t>
            </a:r>
            <a:r>
              <a:rPr lang="en-US" b="1" dirty="0" err="1">
                <a:solidFill>
                  <a:srgbClr val="1F497D"/>
                </a:solidFill>
              </a:rPr>
              <a:t>sustitución</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400" dirty="0">
                <a:solidFill>
                  <a:prstClr val="black"/>
                </a:solidFill>
                <a:latin typeface="Corbel" panose="020B0503020204020204"/>
              </a:rPr>
              <a:t>La </a:t>
            </a:r>
            <a:r>
              <a:rPr lang="es-ES" sz="2400" b="1" dirty="0">
                <a:solidFill>
                  <a:prstClr val="black"/>
                </a:solidFill>
                <a:latin typeface="Corbel" panose="020B0503020204020204"/>
              </a:rPr>
              <a:t>relación técnica de sustitución (RTS) </a:t>
            </a:r>
            <a:r>
              <a:rPr lang="es-ES" sz="2400" dirty="0">
                <a:solidFill>
                  <a:prstClr val="black"/>
                </a:solidFill>
                <a:latin typeface="Corbel" panose="020B0503020204020204"/>
              </a:rPr>
              <a:t>mide la relación a la que la empresa tendrá que sustituir un factor por otro para mantener constante la producción y es la pendiente de la isocuanta.</a:t>
            </a:r>
          </a:p>
          <a:p>
            <a:pPr marL="0" indent="0" algn="just">
              <a:buNone/>
            </a:pPr>
            <a:r>
              <a:rPr lang="es-ES" sz="2400" dirty="0">
                <a:solidFill>
                  <a:prstClr val="black"/>
                </a:solidFill>
                <a:latin typeface="Corbel" panose="020B0503020204020204"/>
              </a:rPr>
              <a:t>Para obtener la fórmula de la RTS, podemos partir de la misma idea en que nos basamos para hallar la pendiente de la curva de indiferencia. Consideremos una variación de la cantidad que utilizamos de los factores 1 y 2 que mantenga fijo el volumen de producción. En ese caso, tenemos que</a:t>
            </a:r>
          </a:p>
          <a:p>
            <a:pPr marL="0" indent="0" algn="ctr">
              <a:buNone/>
            </a:pPr>
            <a:r>
              <a:rPr lang="el-GR" sz="2400" dirty="0">
                <a:solidFill>
                  <a:prstClr val="black"/>
                </a:solidFill>
                <a:latin typeface="Corbel" panose="020B0503020204020204"/>
              </a:rPr>
              <a:t>Δ</a:t>
            </a:r>
            <a:r>
              <a:rPr lang="en-US" sz="2400" dirty="0">
                <a:solidFill>
                  <a:prstClr val="black"/>
                </a:solidFill>
                <a:latin typeface="Corbel" panose="020B0503020204020204"/>
              </a:rPr>
              <a:t>y = PM1(x1, x2)</a:t>
            </a:r>
            <a:r>
              <a:rPr lang="el-GR" sz="2400" dirty="0">
                <a:solidFill>
                  <a:prstClr val="black"/>
                </a:solidFill>
                <a:latin typeface="Corbel" panose="020B0503020204020204"/>
              </a:rPr>
              <a:t>Δ</a:t>
            </a:r>
            <a:r>
              <a:rPr lang="en-US" sz="2400" dirty="0">
                <a:solidFill>
                  <a:prstClr val="black"/>
                </a:solidFill>
                <a:latin typeface="Corbel" panose="020B0503020204020204"/>
              </a:rPr>
              <a:t>x1 + PM2(x1, x2)</a:t>
            </a:r>
            <a:r>
              <a:rPr lang="el-GR" sz="2400" dirty="0">
                <a:solidFill>
                  <a:prstClr val="black"/>
                </a:solidFill>
                <a:latin typeface="Corbel" panose="020B0503020204020204"/>
              </a:rPr>
              <a:t>Δ</a:t>
            </a:r>
            <a:r>
              <a:rPr lang="en-US" sz="2400" dirty="0">
                <a:solidFill>
                  <a:prstClr val="black"/>
                </a:solidFill>
                <a:latin typeface="Corbel" panose="020B0503020204020204"/>
              </a:rPr>
              <a:t>x2 = 0,</a:t>
            </a:r>
          </a:p>
          <a:p>
            <a:pPr marL="0" indent="0">
              <a:buNone/>
            </a:pPr>
            <a:r>
              <a:rPr lang="es-ES" sz="2400" dirty="0">
                <a:solidFill>
                  <a:prstClr val="black"/>
                </a:solidFill>
                <a:latin typeface="Corbel" panose="020B0503020204020204"/>
              </a:rPr>
              <a:t>de donde se deduce que</a:t>
            </a:r>
            <a:endParaRPr lang="en-US" sz="24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DC4E22A6-6211-6D83-D768-D49AB34D4E78}"/>
              </a:ext>
            </a:extLst>
          </p:cNvPr>
          <p:cNvPicPr>
            <a:picLocks noChangeAspect="1"/>
          </p:cNvPicPr>
          <p:nvPr/>
        </p:nvPicPr>
        <p:blipFill>
          <a:blip r:embed="rId3"/>
          <a:stretch>
            <a:fillRect/>
          </a:stretch>
        </p:blipFill>
        <p:spPr>
          <a:xfrm>
            <a:off x="4084565" y="5076798"/>
            <a:ext cx="4268860" cy="1057302"/>
          </a:xfrm>
          <a:prstGeom prst="rect">
            <a:avLst/>
          </a:prstGeom>
        </p:spPr>
      </p:pic>
    </p:spTree>
    <p:extLst>
      <p:ext uri="{BB962C8B-B14F-4D97-AF65-F5344CB8AC3E}">
        <p14:creationId xmlns:p14="http://schemas.microsoft.com/office/powerpoint/2010/main" val="3781367861"/>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producto</a:t>
            </a:r>
            <a:r>
              <a:rPr lang="en-US" b="1" dirty="0">
                <a:solidFill>
                  <a:srgbClr val="1F497D"/>
                </a:solidFill>
              </a:rPr>
              <a:t> marginal </a:t>
            </a:r>
            <a:r>
              <a:rPr lang="en-US" b="1" dirty="0" err="1">
                <a:solidFill>
                  <a:srgbClr val="1F497D"/>
                </a:solidFill>
              </a:rPr>
              <a:t>decreciente</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800" dirty="0">
                <a:solidFill>
                  <a:prstClr val="black"/>
                </a:solidFill>
                <a:latin typeface="Corbel" panose="020B0503020204020204"/>
              </a:rPr>
              <a:t>El </a:t>
            </a:r>
            <a:r>
              <a:rPr lang="es-ES" sz="2800" b="1" dirty="0">
                <a:solidFill>
                  <a:prstClr val="black"/>
                </a:solidFill>
                <a:latin typeface="Corbel" panose="020B0503020204020204"/>
              </a:rPr>
              <a:t>producto marginal </a:t>
            </a:r>
            <a:r>
              <a:rPr lang="es-ES" sz="2800" dirty="0">
                <a:solidFill>
                  <a:prstClr val="black"/>
                </a:solidFill>
                <a:latin typeface="Corbel" panose="020B0503020204020204"/>
              </a:rPr>
              <a:t>mide la producción por unidad adicional de un factor, manteniendo fijos todos los demás. Normalmente, suponemos que el producto marginal de un factor disminuye cuando utilizamos cantidades cada vez mayores de él. Este fenómeno se denomina </a:t>
            </a:r>
            <a:r>
              <a:rPr lang="es-ES" sz="2800" b="1" dirty="0">
                <a:solidFill>
                  <a:prstClr val="black"/>
                </a:solidFill>
                <a:latin typeface="Corbel" panose="020B0503020204020204"/>
              </a:rPr>
              <a:t>ley del producto marginal decreciente.</a:t>
            </a:r>
          </a:p>
          <a:p>
            <a:pPr marL="0" indent="0" algn="just">
              <a:buNone/>
            </a:pPr>
            <a:endParaRPr lang="es-ES" sz="1400" b="1" dirty="0">
              <a:solidFill>
                <a:prstClr val="black"/>
              </a:solidFill>
              <a:latin typeface="Corbel" panose="020B0503020204020204"/>
            </a:endParaRPr>
          </a:p>
          <a:p>
            <a:pPr marL="0" indent="0" algn="just">
              <a:buNone/>
            </a:pPr>
            <a:r>
              <a:rPr lang="es-ES" sz="2800" b="1" dirty="0">
                <a:solidFill>
                  <a:prstClr val="black"/>
                </a:solidFill>
                <a:latin typeface="Corbel" panose="020B0503020204020204"/>
              </a:rPr>
              <a:t>La ley de rendimientos decrecientes </a:t>
            </a:r>
            <a:r>
              <a:rPr lang="es-ES" sz="2800" dirty="0">
                <a:solidFill>
                  <a:prstClr val="black"/>
                </a:solidFill>
                <a:latin typeface="Corbel" panose="020B0503020204020204"/>
              </a:rPr>
              <a:t>indica que agregar más de un factor a la producción manteniendo los demás constantes, resulta en un menor beneficio por cada unidad del factor que se añade.</a:t>
            </a:r>
            <a:endParaRPr lang="es-ES" sz="2800" b="1" dirty="0">
              <a:solidFill>
                <a:prstClr val="black"/>
              </a:solidFill>
              <a:latin typeface="Corbel" panose="020B0503020204020204"/>
            </a:endParaRPr>
          </a:p>
          <a:p>
            <a:pPr marL="0" indent="0" algn="just">
              <a:buNone/>
            </a:pPr>
            <a:endParaRPr lang="en-US" sz="2800" b="1" dirty="0">
              <a:solidFill>
                <a:prstClr val="black"/>
              </a:solidFill>
              <a:latin typeface="Corbel" panose="020B0503020204020204"/>
            </a:endParaRPr>
          </a:p>
        </p:txBody>
      </p:sp>
    </p:spTree>
    <p:extLst>
      <p:ext uri="{BB962C8B-B14F-4D97-AF65-F5344CB8AC3E}">
        <p14:creationId xmlns:p14="http://schemas.microsoft.com/office/powerpoint/2010/main" val="410879743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producto</a:t>
            </a:r>
            <a:r>
              <a:rPr lang="en-US" b="1" dirty="0">
                <a:solidFill>
                  <a:srgbClr val="1F497D"/>
                </a:solidFill>
              </a:rPr>
              <a:t> marginal </a:t>
            </a:r>
            <a:r>
              <a:rPr lang="en-US" b="1" dirty="0" err="1">
                <a:solidFill>
                  <a:srgbClr val="1F497D"/>
                </a:solidFill>
              </a:rPr>
              <a:t>decreciente</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62354" y="1714062"/>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230384"/>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sz="2400" dirty="0">
                <a:solidFill>
                  <a:prstClr val="black"/>
                </a:solidFill>
                <a:latin typeface="Corbel" panose="020B0503020204020204"/>
              </a:rPr>
              <a:t>Por </a:t>
            </a:r>
            <a:r>
              <a:rPr lang="en-US" sz="2400" dirty="0" err="1">
                <a:solidFill>
                  <a:prstClr val="black"/>
                </a:solidFill>
                <a:latin typeface="Corbel" panose="020B0503020204020204"/>
              </a:rPr>
              <a:t>ejemplo</a:t>
            </a:r>
            <a:r>
              <a:rPr lang="en-US" sz="2400" dirty="0">
                <a:solidFill>
                  <a:prstClr val="black"/>
                </a:solidFill>
                <a:latin typeface="Corbel" panose="020B0503020204020204"/>
              </a:rPr>
              <a:t>: </a:t>
            </a:r>
            <a:r>
              <a:rPr lang="es-ES" sz="2400" b="1" dirty="0">
                <a:solidFill>
                  <a:prstClr val="black"/>
                </a:solidFill>
                <a:latin typeface="Corbel" panose="020B0503020204020204"/>
              </a:rPr>
              <a:t>El caso de la agricultura.</a:t>
            </a:r>
          </a:p>
          <a:p>
            <a:pPr marL="0" indent="0" algn="just">
              <a:buNone/>
            </a:pPr>
            <a:r>
              <a:rPr lang="es-ES" sz="2000" dirty="0">
                <a:solidFill>
                  <a:prstClr val="black"/>
                </a:solidFill>
                <a:latin typeface="Corbel" panose="020B0503020204020204"/>
              </a:rPr>
              <a:t>Supongamos que tenemos determinadas cantidades de los factores 1 y 2 y que estamos considerando la posibilidad de aumentar la del factor 1 (trabajo) manteniendo fijo el factor 2 (tierra) en un nivel dado</a:t>
            </a:r>
            <a:r>
              <a:rPr lang="es-ES" sz="2400" dirty="0">
                <a:solidFill>
                  <a:prstClr val="black"/>
                </a:solidFill>
                <a:latin typeface="Corbel" panose="020B0503020204020204"/>
              </a:rPr>
              <a:t>.</a:t>
            </a:r>
            <a:r>
              <a:rPr lang="en-US" sz="2400" dirty="0">
                <a:solidFill>
                  <a:prstClr val="black"/>
                </a:solidFill>
                <a:latin typeface="Corbel" panose="020B0503020204020204"/>
              </a:rPr>
              <a:t> </a:t>
            </a:r>
          </a:p>
        </p:txBody>
      </p:sp>
      <p:grpSp>
        <p:nvGrpSpPr>
          <p:cNvPr id="29" name="Group 28">
            <a:extLst>
              <a:ext uri="{FF2B5EF4-FFF2-40B4-BE49-F238E27FC236}">
                <a16:creationId xmlns:a16="http://schemas.microsoft.com/office/drawing/2014/main" id="{DA118204-2C65-151D-EF80-DECB7656BADA}"/>
              </a:ext>
            </a:extLst>
          </p:cNvPr>
          <p:cNvGrpSpPr/>
          <p:nvPr/>
        </p:nvGrpSpPr>
        <p:grpSpPr>
          <a:xfrm>
            <a:off x="1264247" y="2569602"/>
            <a:ext cx="1596213" cy="2681725"/>
            <a:chOff x="531489" y="3323014"/>
            <a:chExt cx="1596213" cy="2681725"/>
          </a:xfrm>
        </p:grpSpPr>
        <p:pic>
          <p:nvPicPr>
            <p:cNvPr id="3" name="Picture 2" descr="Factores de producción: Cuáles son, ejemplo e importancia">
              <a:extLst>
                <a:ext uri="{FF2B5EF4-FFF2-40B4-BE49-F238E27FC236}">
                  <a16:creationId xmlns:a16="http://schemas.microsoft.com/office/drawing/2014/main" id="{0B867F3D-D8ED-185F-7A97-8C9D334FC2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883" t="21356" r="13333" b="52599"/>
            <a:stretch/>
          </p:blipFill>
          <p:spPr bwMode="auto">
            <a:xfrm>
              <a:off x="531489" y="4377429"/>
              <a:ext cx="1463726" cy="94944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9F92B7B-101D-28B7-12B5-BF01C6E73D33}"/>
                </a:ext>
              </a:extLst>
            </p:cNvPr>
            <p:cNvPicPr>
              <a:picLocks noChangeAspect="1"/>
            </p:cNvPicPr>
            <p:nvPr/>
          </p:nvPicPr>
          <p:blipFill>
            <a:blip r:embed="rId4"/>
            <a:stretch>
              <a:fillRect/>
            </a:stretch>
          </p:blipFill>
          <p:spPr>
            <a:xfrm>
              <a:off x="531489" y="3323014"/>
              <a:ext cx="1298944" cy="1298944"/>
            </a:xfrm>
            <a:prstGeom prst="rect">
              <a:avLst/>
            </a:prstGeom>
          </p:spPr>
        </p:pic>
        <p:sp>
          <p:nvSpPr>
            <p:cNvPr id="5" name="TextBox 4">
              <a:extLst>
                <a:ext uri="{FF2B5EF4-FFF2-40B4-BE49-F238E27FC236}">
                  <a16:creationId xmlns:a16="http://schemas.microsoft.com/office/drawing/2014/main" id="{39E25C26-BB63-DAAA-AD61-EEC947654C4E}"/>
                </a:ext>
              </a:extLst>
            </p:cNvPr>
            <p:cNvSpPr txBox="1"/>
            <p:nvPr/>
          </p:nvSpPr>
          <p:spPr>
            <a:xfrm>
              <a:off x="531489" y="5358408"/>
              <a:ext cx="1596213" cy="646331"/>
            </a:xfrm>
            <a:prstGeom prst="rect">
              <a:avLst/>
            </a:prstGeom>
            <a:noFill/>
          </p:spPr>
          <p:txBody>
            <a:bodyPr wrap="square" rtlCol="0">
              <a:spAutoFit/>
            </a:bodyPr>
            <a:lstStyle/>
            <a:p>
              <a:pPr algn="ctr"/>
              <a:r>
                <a:rPr lang="en-US" b="1" dirty="0"/>
                <a:t>100 </a:t>
              </a:r>
              <a:r>
                <a:rPr lang="en-US" b="1" dirty="0" err="1"/>
                <a:t>quintales</a:t>
              </a:r>
              <a:r>
                <a:rPr lang="en-US" b="1" dirty="0"/>
                <a:t> de </a:t>
              </a:r>
              <a:r>
                <a:rPr lang="en-US" b="1" dirty="0" err="1"/>
                <a:t>maíz</a:t>
              </a:r>
              <a:endParaRPr lang="en-US" b="1" dirty="0"/>
            </a:p>
          </p:txBody>
        </p:sp>
      </p:grpSp>
      <p:grpSp>
        <p:nvGrpSpPr>
          <p:cNvPr id="28" name="Group 27">
            <a:extLst>
              <a:ext uri="{FF2B5EF4-FFF2-40B4-BE49-F238E27FC236}">
                <a16:creationId xmlns:a16="http://schemas.microsoft.com/office/drawing/2014/main" id="{6C4C5C2A-1DD5-5CD4-A852-D594B0E3D2AB}"/>
              </a:ext>
            </a:extLst>
          </p:cNvPr>
          <p:cNvGrpSpPr/>
          <p:nvPr/>
        </p:nvGrpSpPr>
        <p:grpSpPr>
          <a:xfrm>
            <a:off x="4337694" y="2542516"/>
            <a:ext cx="2284069" cy="2621201"/>
            <a:chOff x="3604936" y="3295928"/>
            <a:chExt cx="2284069" cy="2621201"/>
          </a:xfrm>
        </p:grpSpPr>
        <p:pic>
          <p:nvPicPr>
            <p:cNvPr id="16" name="Picture 15" descr="Factores de producción: Cuáles son, ejemplo e importancia">
              <a:extLst>
                <a:ext uri="{FF2B5EF4-FFF2-40B4-BE49-F238E27FC236}">
                  <a16:creationId xmlns:a16="http://schemas.microsoft.com/office/drawing/2014/main" id="{E27D5276-A15D-33E4-CED6-B4029E94C6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883" t="21356" r="13333" b="52599"/>
            <a:stretch/>
          </p:blipFill>
          <p:spPr bwMode="auto">
            <a:xfrm>
              <a:off x="4109684" y="4314673"/>
              <a:ext cx="1463726" cy="94944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3CE16B2D-C75A-DE1D-6E0A-4152A045DC38}"/>
                </a:ext>
              </a:extLst>
            </p:cNvPr>
            <p:cNvPicPr>
              <a:picLocks noChangeAspect="1"/>
            </p:cNvPicPr>
            <p:nvPr/>
          </p:nvPicPr>
          <p:blipFill>
            <a:blip r:embed="rId4"/>
            <a:stretch>
              <a:fillRect/>
            </a:stretch>
          </p:blipFill>
          <p:spPr>
            <a:xfrm>
              <a:off x="4590061" y="3295928"/>
              <a:ext cx="1298944" cy="1298944"/>
            </a:xfrm>
            <a:prstGeom prst="rect">
              <a:avLst/>
            </a:prstGeom>
          </p:spPr>
        </p:pic>
        <p:pic>
          <p:nvPicPr>
            <p:cNvPr id="19" name="Picture 18">
              <a:extLst>
                <a:ext uri="{FF2B5EF4-FFF2-40B4-BE49-F238E27FC236}">
                  <a16:creationId xmlns:a16="http://schemas.microsoft.com/office/drawing/2014/main" id="{136EFEF4-B12A-A63F-5B92-5E5E8EB386AB}"/>
                </a:ext>
              </a:extLst>
            </p:cNvPr>
            <p:cNvPicPr>
              <a:picLocks noChangeAspect="1"/>
            </p:cNvPicPr>
            <p:nvPr/>
          </p:nvPicPr>
          <p:blipFill>
            <a:blip r:embed="rId4"/>
            <a:stretch>
              <a:fillRect/>
            </a:stretch>
          </p:blipFill>
          <p:spPr>
            <a:xfrm>
              <a:off x="3604936" y="3335422"/>
              <a:ext cx="1298944" cy="1298944"/>
            </a:xfrm>
            <a:prstGeom prst="rect">
              <a:avLst/>
            </a:prstGeom>
          </p:spPr>
        </p:pic>
        <p:sp>
          <p:nvSpPr>
            <p:cNvPr id="20" name="TextBox 19">
              <a:extLst>
                <a:ext uri="{FF2B5EF4-FFF2-40B4-BE49-F238E27FC236}">
                  <a16:creationId xmlns:a16="http://schemas.microsoft.com/office/drawing/2014/main" id="{6D71969F-FCE0-002E-4F34-3F9E52E204FC}"/>
                </a:ext>
              </a:extLst>
            </p:cNvPr>
            <p:cNvSpPr txBox="1"/>
            <p:nvPr/>
          </p:nvSpPr>
          <p:spPr>
            <a:xfrm>
              <a:off x="4109684" y="5270798"/>
              <a:ext cx="1596213" cy="646331"/>
            </a:xfrm>
            <a:prstGeom prst="rect">
              <a:avLst/>
            </a:prstGeom>
            <a:noFill/>
          </p:spPr>
          <p:txBody>
            <a:bodyPr wrap="square" rtlCol="0">
              <a:spAutoFit/>
            </a:bodyPr>
            <a:lstStyle/>
            <a:p>
              <a:pPr algn="ctr"/>
              <a:r>
                <a:rPr lang="en-US" b="1" dirty="0"/>
                <a:t>200 </a:t>
              </a:r>
              <a:r>
                <a:rPr lang="en-US" b="1" dirty="0" err="1"/>
                <a:t>quintales</a:t>
              </a:r>
              <a:r>
                <a:rPr lang="en-US" b="1" dirty="0"/>
                <a:t> de </a:t>
              </a:r>
              <a:r>
                <a:rPr lang="en-US" b="1" dirty="0" err="1"/>
                <a:t>maíz</a:t>
              </a:r>
              <a:endParaRPr lang="en-US" b="1" dirty="0"/>
            </a:p>
          </p:txBody>
        </p:sp>
      </p:grpSp>
      <p:grpSp>
        <p:nvGrpSpPr>
          <p:cNvPr id="27" name="Group 26">
            <a:extLst>
              <a:ext uri="{FF2B5EF4-FFF2-40B4-BE49-F238E27FC236}">
                <a16:creationId xmlns:a16="http://schemas.microsoft.com/office/drawing/2014/main" id="{36C64190-7FC1-0AC9-449D-D1EABA9ECA44}"/>
              </a:ext>
            </a:extLst>
          </p:cNvPr>
          <p:cNvGrpSpPr/>
          <p:nvPr/>
        </p:nvGrpSpPr>
        <p:grpSpPr>
          <a:xfrm>
            <a:off x="7771603" y="2424962"/>
            <a:ext cx="3202146" cy="2972555"/>
            <a:chOff x="7038845" y="3178374"/>
            <a:chExt cx="3202146" cy="2972555"/>
          </a:xfrm>
        </p:grpSpPr>
        <p:pic>
          <p:nvPicPr>
            <p:cNvPr id="21" name="Picture 20">
              <a:extLst>
                <a:ext uri="{FF2B5EF4-FFF2-40B4-BE49-F238E27FC236}">
                  <a16:creationId xmlns:a16="http://schemas.microsoft.com/office/drawing/2014/main" id="{94B6F88C-38EA-8C91-BEBA-5871B0301079}"/>
                </a:ext>
              </a:extLst>
            </p:cNvPr>
            <p:cNvPicPr>
              <a:picLocks noChangeAspect="1"/>
            </p:cNvPicPr>
            <p:nvPr/>
          </p:nvPicPr>
          <p:blipFill>
            <a:blip r:embed="rId4"/>
            <a:stretch>
              <a:fillRect/>
            </a:stretch>
          </p:blipFill>
          <p:spPr>
            <a:xfrm>
              <a:off x="8023970" y="3178374"/>
              <a:ext cx="1298944" cy="1298944"/>
            </a:xfrm>
            <a:prstGeom prst="rect">
              <a:avLst/>
            </a:prstGeom>
          </p:spPr>
        </p:pic>
        <p:pic>
          <p:nvPicPr>
            <p:cNvPr id="22" name="Picture 21">
              <a:extLst>
                <a:ext uri="{FF2B5EF4-FFF2-40B4-BE49-F238E27FC236}">
                  <a16:creationId xmlns:a16="http://schemas.microsoft.com/office/drawing/2014/main" id="{84F047B3-353C-EC07-3DF5-28F4A1A14E08}"/>
                </a:ext>
              </a:extLst>
            </p:cNvPr>
            <p:cNvPicPr>
              <a:picLocks noChangeAspect="1"/>
            </p:cNvPicPr>
            <p:nvPr/>
          </p:nvPicPr>
          <p:blipFill>
            <a:blip r:embed="rId4"/>
            <a:stretch>
              <a:fillRect/>
            </a:stretch>
          </p:blipFill>
          <p:spPr>
            <a:xfrm>
              <a:off x="7038845" y="3217868"/>
              <a:ext cx="1298944" cy="1298944"/>
            </a:xfrm>
            <a:prstGeom prst="rect">
              <a:avLst/>
            </a:prstGeom>
          </p:spPr>
        </p:pic>
        <p:pic>
          <p:nvPicPr>
            <p:cNvPr id="23" name="Picture 22">
              <a:extLst>
                <a:ext uri="{FF2B5EF4-FFF2-40B4-BE49-F238E27FC236}">
                  <a16:creationId xmlns:a16="http://schemas.microsoft.com/office/drawing/2014/main" id="{9B8D053C-2AA3-917C-C6D6-713C85B4907B}"/>
                </a:ext>
              </a:extLst>
            </p:cNvPr>
            <p:cNvPicPr>
              <a:picLocks noChangeAspect="1"/>
            </p:cNvPicPr>
            <p:nvPr/>
          </p:nvPicPr>
          <p:blipFill>
            <a:blip r:embed="rId4"/>
            <a:stretch>
              <a:fillRect/>
            </a:stretch>
          </p:blipFill>
          <p:spPr>
            <a:xfrm>
              <a:off x="8599757" y="3331506"/>
              <a:ext cx="1298944" cy="1298944"/>
            </a:xfrm>
            <a:prstGeom prst="rect">
              <a:avLst/>
            </a:prstGeom>
          </p:spPr>
        </p:pic>
        <p:pic>
          <p:nvPicPr>
            <p:cNvPr id="24" name="Picture 23">
              <a:extLst>
                <a:ext uri="{FF2B5EF4-FFF2-40B4-BE49-F238E27FC236}">
                  <a16:creationId xmlns:a16="http://schemas.microsoft.com/office/drawing/2014/main" id="{67D9ED71-8DE5-A4A5-3BF7-973F9EDEDD99}"/>
                </a:ext>
              </a:extLst>
            </p:cNvPr>
            <p:cNvPicPr>
              <a:picLocks noChangeAspect="1"/>
            </p:cNvPicPr>
            <p:nvPr/>
          </p:nvPicPr>
          <p:blipFill>
            <a:blip r:embed="rId4"/>
            <a:stretch>
              <a:fillRect/>
            </a:stretch>
          </p:blipFill>
          <p:spPr>
            <a:xfrm>
              <a:off x="7614632" y="3371000"/>
              <a:ext cx="1298944" cy="1298944"/>
            </a:xfrm>
            <a:prstGeom prst="rect">
              <a:avLst/>
            </a:prstGeom>
          </p:spPr>
        </p:pic>
        <p:pic>
          <p:nvPicPr>
            <p:cNvPr id="25" name="Picture 24" descr="Factores de producción: Cuáles son, ejemplo e importancia">
              <a:extLst>
                <a:ext uri="{FF2B5EF4-FFF2-40B4-BE49-F238E27FC236}">
                  <a16:creationId xmlns:a16="http://schemas.microsoft.com/office/drawing/2014/main" id="{AACFC77D-038C-A680-B405-256C3F5562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883" t="27948" r="13333" b="52599"/>
            <a:stretch/>
          </p:blipFill>
          <p:spPr bwMode="auto">
            <a:xfrm>
              <a:off x="7960672" y="4574736"/>
              <a:ext cx="1463726" cy="709149"/>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0E90057B-D33F-FD9C-3733-2E3158FE3519}"/>
                </a:ext>
              </a:extLst>
            </p:cNvPr>
            <p:cNvSpPr txBox="1"/>
            <p:nvPr/>
          </p:nvSpPr>
          <p:spPr>
            <a:xfrm>
              <a:off x="7452147" y="5227599"/>
              <a:ext cx="2788844" cy="923330"/>
            </a:xfrm>
            <a:prstGeom prst="rect">
              <a:avLst/>
            </a:prstGeom>
            <a:noFill/>
          </p:spPr>
          <p:txBody>
            <a:bodyPr wrap="square" rtlCol="0">
              <a:spAutoFit/>
            </a:bodyPr>
            <a:lstStyle/>
            <a:p>
              <a:pPr algn="ctr"/>
              <a:r>
                <a:rPr lang="en-US" b="1" dirty="0"/>
                <a:t>La </a:t>
              </a:r>
              <a:r>
                <a:rPr lang="en-US" b="1" dirty="0" err="1"/>
                <a:t>producción</a:t>
              </a:r>
              <a:r>
                <a:rPr lang="en-US" b="1" dirty="0"/>
                <a:t> </a:t>
              </a:r>
              <a:r>
                <a:rPr lang="en-US" b="1" dirty="0" err="1"/>
                <a:t>adicional</a:t>
              </a:r>
              <a:r>
                <a:rPr lang="en-US" b="1" dirty="0"/>
                <a:t> se </a:t>
              </a:r>
              <a:r>
                <a:rPr lang="en-US" b="1" dirty="0" err="1"/>
                <a:t>reducirá</a:t>
              </a:r>
              <a:r>
                <a:rPr lang="en-US" b="1" dirty="0"/>
                <a:t> a 90 </a:t>
              </a:r>
              <a:r>
                <a:rPr lang="en-US" b="1" dirty="0" err="1"/>
                <a:t>quintales</a:t>
              </a:r>
              <a:r>
                <a:rPr lang="en-US" b="1" dirty="0"/>
                <a:t> de </a:t>
              </a:r>
              <a:r>
                <a:rPr lang="en-US" b="1" dirty="0" err="1"/>
                <a:t>maíz</a:t>
              </a:r>
              <a:endParaRPr lang="en-US" b="1" dirty="0"/>
            </a:p>
          </p:txBody>
        </p:sp>
      </p:grpSp>
      <p:sp>
        <p:nvSpPr>
          <p:cNvPr id="31" name="TextBox 30">
            <a:extLst>
              <a:ext uri="{FF2B5EF4-FFF2-40B4-BE49-F238E27FC236}">
                <a16:creationId xmlns:a16="http://schemas.microsoft.com/office/drawing/2014/main" id="{E6BB118E-2B07-1C40-626A-7CCA1716379A}"/>
              </a:ext>
            </a:extLst>
          </p:cNvPr>
          <p:cNvSpPr txBox="1"/>
          <p:nvPr/>
        </p:nvSpPr>
        <p:spPr>
          <a:xfrm>
            <a:off x="436471" y="5558294"/>
            <a:ext cx="11319058" cy="707886"/>
          </a:xfrm>
          <a:prstGeom prst="rect">
            <a:avLst/>
          </a:prstGeom>
          <a:noFill/>
        </p:spPr>
        <p:txBody>
          <a:bodyPr wrap="square">
            <a:spAutoFit/>
          </a:bodyPr>
          <a:lstStyle/>
          <a:p>
            <a:pPr algn="just"/>
            <a:r>
              <a:rPr lang="es-ES" sz="2000" b="1" dirty="0">
                <a:solidFill>
                  <a:schemeClr val="accent6">
                    <a:lumMod val="75000"/>
                  </a:schemeClr>
                </a:solidFill>
              </a:rPr>
              <a:t>Es importante subrayar que la ley del producto marginal decreciente sólo se cumple cuando todos los demás factores se mantienen fijos. </a:t>
            </a:r>
            <a:endParaRPr lang="en-US" sz="2000" b="1" dirty="0">
              <a:solidFill>
                <a:schemeClr val="accent6">
                  <a:lumMod val="75000"/>
                </a:schemeClr>
              </a:solidFill>
            </a:endParaRPr>
          </a:p>
        </p:txBody>
      </p:sp>
    </p:spTree>
    <p:extLst>
      <p:ext uri="{BB962C8B-B14F-4D97-AF65-F5344CB8AC3E}">
        <p14:creationId xmlns:p14="http://schemas.microsoft.com/office/powerpoint/2010/main" val="315009187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additive="base">
                                        <p:cTn id="12" dur="500" fill="hold"/>
                                        <p:tgtEl>
                                          <p:spTgt spid="28"/>
                                        </p:tgtEl>
                                        <p:attrNameLst>
                                          <p:attrName>ppt_x</p:attrName>
                                        </p:attrNameLst>
                                      </p:cBhvr>
                                      <p:tavLst>
                                        <p:tav tm="0">
                                          <p:val>
                                            <p:strVal val="#ppt_x"/>
                                          </p:val>
                                        </p:tav>
                                        <p:tav tm="100000">
                                          <p:val>
                                            <p:strVal val="#ppt_x"/>
                                          </p:val>
                                        </p:tav>
                                      </p:tavLst>
                                    </p:anim>
                                    <p:anim calcmode="lin" valueType="num">
                                      <p:cBhvr additive="base">
                                        <p:cTn id="1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additive="base">
                                        <p:cTn id="18" dur="500" fill="hold"/>
                                        <p:tgtEl>
                                          <p:spTgt spid="27"/>
                                        </p:tgtEl>
                                        <p:attrNameLst>
                                          <p:attrName>ppt_x</p:attrName>
                                        </p:attrNameLst>
                                      </p:cBhvr>
                                      <p:tavLst>
                                        <p:tav tm="0">
                                          <p:val>
                                            <p:strVal val="#ppt_x"/>
                                          </p:val>
                                        </p:tav>
                                        <p:tav tm="100000">
                                          <p:val>
                                            <p:strVal val="#ppt_x"/>
                                          </p:val>
                                        </p:tav>
                                      </p:tavLst>
                                    </p:anim>
                                    <p:anim calcmode="lin" valueType="num">
                                      <p:cBhvr additive="base">
                                        <p:cTn id="19"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down)">
                                      <p:cBhvr>
                                        <p:cTn id="2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595423" y="495240"/>
            <a:ext cx="10720277" cy="988627"/>
          </a:xfrm>
        </p:spPr>
        <p:txBody>
          <a:bodyPr>
            <a:noAutofit/>
          </a:bodyPr>
          <a:lstStyle/>
          <a:p>
            <a:r>
              <a:rPr lang="en-US" sz="3400" b="1" dirty="0" err="1">
                <a:solidFill>
                  <a:srgbClr val="1F497D"/>
                </a:solidFill>
              </a:rPr>
              <a:t>Relación</a:t>
            </a:r>
            <a:r>
              <a:rPr lang="en-US" sz="3400" b="1" dirty="0">
                <a:solidFill>
                  <a:srgbClr val="1F497D"/>
                </a:solidFill>
              </a:rPr>
              <a:t> </a:t>
            </a:r>
            <a:r>
              <a:rPr lang="en-US" sz="3400" b="1" dirty="0" err="1">
                <a:solidFill>
                  <a:srgbClr val="1F497D"/>
                </a:solidFill>
              </a:rPr>
              <a:t>tecnica</a:t>
            </a:r>
            <a:r>
              <a:rPr lang="en-US" sz="3400" b="1" dirty="0">
                <a:solidFill>
                  <a:srgbClr val="1F497D"/>
                </a:solidFill>
              </a:rPr>
              <a:t> de </a:t>
            </a:r>
            <a:r>
              <a:rPr lang="en-US" sz="3400" b="1" dirty="0" err="1">
                <a:solidFill>
                  <a:srgbClr val="1F497D"/>
                </a:solidFill>
              </a:rPr>
              <a:t>sustitución</a:t>
            </a:r>
            <a:r>
              <a:rPr lang="en-US" sz="3400" b="1" dirty="0">
                <a:solidFill>
                  <a:srgbClr val="1F497D"/>
                </a:solidFill>
              </a:rPr>
              <a:t> </a:t>
            </a:r>
            <a:r>
              <a:rPr lang="en-US" sz="3400" b="1" dirty="0" err="1">
                <a:solidFill>
                  <a:srgbClr val="1F497D"/>
                </a:solidFill>
              </a:rPr>
              <a:t>decreciente</a:t>
            </a:r>
            <a:endParaRPr lang="en-US" sz="3400"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8" y="1515399"/>
            <a:ext cx="7358067"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400" dirty="0">
                <a:solidFill>
                  <a:prstClr val="black"/>
                </a:solidFill>
                <a:latin typeface="Corbel" panose="020B0503020204020204"/>
              </a:rPr>
              <a:t>Otro supuesto sobre la tecnología es la </a:t>
            </a:r>
            <a:r>
              <a:rPr lang="es-ES" sz="2400" b="1" dirty="0">
                <a:solidFill>
                  <a:prstClr val="black"/>
                </a:solidFill>
                <a:latin typeface="Corbel" panose="020B0503020204020204"/>
              </a:rPr>
              <a:t>relación técnica de sustitución decreciente </a:t>
            </a:r>
            <a:r>
              <a:rPr lang="es-ES" sz="2400" dirty="0">
                <a:solidFill>
                  <a:prstClr val="black"/>
                </a:solidFill>
                <a:latin typeface="Corbel" panose="020B0503020204020204"/>
              </a:rPr>
              <a:t>(RTS).</a:t>
            </a:r>
          </a:p>
          <a:p>
            <a:pPr marL="0" indent="0" algn="just">
              <a:buNone/>
            </a:pPr>
            <a:endParaRPr lang="es-ES" sz="1800" dirty="0">
              <a:solidFill>
                <a:prstClr val="black"/>
              </a:solidFill>
              <a:latin typeface="Corbel" panose="020B0503020204020204"/>
            </a:endParaRPr>
          </a:p>
          <a:p>
            <a:pPr marL="0" indent="0" algn="just">
              <a:buNone/>
            </a:pPr>
            <a:r>
              <a:rPr lang="es-ES" sz="2400" dirty="0">
                <a:solidFill>
                  <a:prstClr val="black"/>
                </a:solidFill>
                <a:latin typeface="Corbel" panose="020B0503020204020204"/>
              </a:rPr>
              <a:t>El supuesto de la </a:t>
            </a:r>
            <a:r>
              <a:rPr lang="es-ES" sz="2400" b="1" dirty="0">
                <a:solidFill>
                  <a:prstClr val="black"/>
                </a:solidFill>
                <a:latin typeface="Corbel" panose="020B0503020204020204"/>
              </a:rPr>
              <a:t>RTS decreciente </a:t>
            </a:r>
            <a:r>
              <a:rPr lang="es-ES" sz="2400" dirty="0">
                <a:solidFill>
                  <a:prstClr val="black"/>
                </a:solidFill>
                <a:latin typeface="Corbel" panose="020B0503020204020204"/>
              </a:rPr>
              <a:t>significa que la pendiente de una isocuanta debe disminuir en valor absoluto cuando nos desplazamos a la derecha porque incrementamos x1 y debe aumentar cuando nos desplazamos a la izquierda porque incrementamos x2, lo cual significa que las isocuantas tienen la misma forma convexa que las curvas de indiferencia.</a:t>
            </a:r>
            <a:endParaRPr lang="en-US" sz="2400" dirty="0">
              <a:solidFill>
                <a:prstClr val="black"/>
              </a:solidFill>
              <a:latin typeface="Corbel" panose="020B0503020204020204"/>
            </a:endParaRPr>
          </a:p>
        </p:txBody>
      </p:sp>
      <p:pic>
        <p:nvPicPr>
          <p:cNvPr id="2" name="Picture 1">
            <a:extLst>
              <a:ext uri="{FF2B5EF4-FFF2-40B4-BE49-F238E27FC236}">
                <a16:creationId xmlns:a16="http://schemas.microsoft.com/office/drawing/2014/main" id="{F75A316D-B649-6D64-79A4-EEDB74272C84}"/>
              </a:ext>
            </a:extLst>
          </p:cNvPr>
          <p:cNvPicPr>
            <a:picLocks noChangeAspect="1"/>
          </p:cNvPicPr>
          <p:nvPr/>
        </p:nvPicPr>
        <p:blipFill>
          <a:blip r:embed="rId3"/>
          <a:stretch>
            <a:fillRect/>
          </a:stretch>
        </p:blipFill>
        <p:spPr>
          <a:xfrm>
            <a:off x="8548726" y="2259412"/>
            <a:ext cx="3107763" cy="2894355"/>
          </a:xfrm>
          <a:prstGeom prst="rect">
            <a:avLst/>
          </a:prstGeom>
          <a:ln>
            <a:solidFill>
              <a:schemeClr val="tx1">
                <a:lumMod val="85000"/>
                <a:lumOff val="15000"/>
              </a:schemeClr>
            </a:solidFill>
          </a:ln>
        </p:spPr>
      </p:pic>
    </p:spTree>
    <p:extLst>
      <p:ext uri="{BB962C8B-B14F-4D97-AF65-F5344CB8AC3E}">
        <p14:creationId xmlns:p14="http://schemas.microsoft.com/office/powerpoint/2010/main" val="330594349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595423" y="495240"/>
            <a:ext cx="10720277" cy="988627"/>
          </a:xfrm>
        </p:spPr>
        <p:txBody>
          <a:bodyPr>
            <a:noAutofit/>
          </a:bodyPr>
          <a:lstStyle/>
          <a:p>
            <a:r>
              <a:rPr lang="en-US" sz="3400" b="1" dirty="0" err="1">
                <a:solidFill>
                  <a:srgbClr val="1F497D"/>
                </a:solidFill>
              </a:rPr>
              <a:t>Relación</a:t>
            </a:r>
            <a:r>
              <a:rPr lang="en-US" sz="3400" b="1" dirty="0">
                <a:solidFill>
                  <a:srgbClr val="1F497D"/>
                </a:solidFill>
              </a:rPr>
              <a:t> </a:t>
            </a:r>
            <a:r>
              <a:rPr lang="en-US" sz="3400" b="1" dirty="0" err="1">
                <a:solidFill>
                  <a:srgbClr val="1F497D"/>
                </a:solidFill>
              </a:rPr>
              <a:t>tecnica</a:t>
            </a:r>
            <a:r>
              <a:rPr lang="en-US" sz="3400" b="1" dirty="0">
                <a:solidFill>
                  <a:srgbClr val="1F497D"/>
                </a:solidFill>
              </a:rPr>
              <a:t> de </a:t>
            </a:r>
            <a:r>
              <a:rPr lang="en-US" sz="3400" b="1" dirty="0" err="1">
                <a:solidFill>
                  <a:srgbClr val="1F497D"/>
                </a:solidFill>
              </a:rPr>
              <a:t>sustitución</a:t>
            </a:r>
            <a:r>
              <a:rPr lang="en-US" sz="3400" b="1" dirty="0">
                <a:solidFill>
                  <a:srgbClr val="1F497D"/>
                </a:solidFill>
              </a:rPr>
              <a:t> </a:t>
            </a:r>
            <a:r>
              <a:rPr lang="en-US" sz="3400" b="1" dirty="0" err="1">
                <a:solidFill>
                  <a:srgbClr val="1F497D"/>
                </a:solidFill>
              </a:rPr>
              <a:t>decreciente</a:t>
            </a:r>
            <a:endParaRPr lang="en-US" sz="3400"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8" y="1515399"/>
            <a:ext cx="11320467"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400" dirty="0">
                <a:solidFill>
                  <a:prstClr val="black"/>
                </a:solidFill>
                <a:latin typeface="Corbel" panose="020B0503020204020204"/>
              </a:rPr>
              <a:t>Los supuestos de la relación técnica de sustitución decreciente y del producto marginal decreciente están estrechamente relacionados entre sí, pero no son exactamente lo mismo. </a:t>
            </a:r>
          </a:p>
          <a:p>
            <a:pPr marL="0" indent="0" algn="just">
              <a:buNone/>
            </a:pPr>
            <a:endParaRPr lang="es-ES" sz="1400" dirty="0">
              <a:solidFill>
                <a:prstClr val="black"/>
              </a:solidFill>
              <a:latin typeface="Corbel" panose="020B0503020204020204"/>
            </a:endParaRPr>
          </a:p>
          <a:p>
            <a:pPr marL="0" indent="0" algn="just">
              <a:buNone/>
            </a:pPr>
            <a:r>
              <a:rPr lang="es-ES" sz="2400" b="1" dirty="0">
                <a:solidFill>
                  <a:schemeClr val="accent6">
                    <a:lumMod val="75000"/>
                  </a:schemeClr>
                </a:solidFill>
                <a:latin typeface="Corbel" panose="020B0503020204020204"/>
              </a:rPr>
              <a:t>El producto marginal decreciente </a:t>
            </a:r>
            <a:r>
              <a:rPr lang="es-ES" sz="2400" dirty="0">
                <a:solidFill>
                  <a:prstClr val="black"/>
                </a:solidFill>
                <a:latin typeface="Corbel" panose="020B0503020204020204"/>
              </a:rPr>
              <a:t>es un supuesto sobre la </a:t>
            </a:r>
            <a:r>
              <a:rPr lang="es-ES" sz="2400" dirty="0">
                <a:solidFill>
                  <a:schemeClr val="accent6">
                    <a:lumMod val="75000"/>
                  </a:schemeClr>
                </a:solidFill>
                <a:latin typeface="Corbel" panose="020B0503020204020204"/>
              </a:rPr>
              <a:t>forma en que varía el producto marginal cuando aumenta la cantidad empleada de un factor y se mantiene fija la del otro. </a:t>
            </a:r>
          </a:p>
          <a:p>
            <a:pPr marL="0" indent="0" algn="just">
              <a:buNone/>
            </a:pPr>
            <a:endParaRPr lang="es-ES" sz="1400" dirty="0">
              <a:solidFill>
                <a:prstClr val="black"/>
              </a:solidFill>
              <a:latin typeface="Corbel" panose="020B0503020204020204"/>
            </a:endParaRPr>
          </a:p>
          <a:p>
            <a:pPr marL="0" indent="0" algn="just">
              <a:buNone/>
            </a:pPr>
            <a:r>
              <a:rPr lang="es-ES" sz="2400" dirty="0">
                <a:solidFill>
                  <a:prstClr val="black"/>
                </a:solidFill>
                <a:latin typeface="Corbel" panose="020B0503020204020204"/>
              </a:rPr>
              <a:t>La </a:t>
            </a:r>
            <a:r>
              <a:rPr lang="es-ES" sz="2400" b="1" dirty="0">
                <a:solidFill>
                  <a:schemeClr val="accent3">
                    <a:lumMod val="50000"/>
                  </a:schemeClr>
                </a:solidFill>
                <a:latin typeface="Corbel" panose="020B0503020204020204"/>
              </a:rPr>
              <a:t>RTS</a:t>
            </a:r>
            <a:r>
              <a:rPr lang="es-ES" sz="2400" dirty="0">
                <a:solidFill>
                  <a:prstClr val="black"/>
                </a:solidFill>
                <a:latin typeface="Corbel" panose="020B0503020204020204"/>
              </a:rPr>
              <a:t> se refiere a </a:t>
            </a:r>
            <a:r>
              <a:rPr lang="es-ES" sz="2400" dirty="0">
                <a:solidFill>
                  <a:schemeClr val="accent3">
                    <a:lumMod val="50000"/>
                  </a:schemeClr>
                </a:solidFill>
                <a:latin typeface="Corbel" panose="020B0503020204020204"/>
              </a:rPr>
              <a:t>la forma en que varía el cociente de los productos marginales </a:t>
            </a:r>
            <a:r>
              <a:rPr lang="es-ES" sz="2400" dirty="0">
                <a:solidFill>
                  <a:prstClr val="black"/>
                </a:solidFill>
                <a:latin typeface="Corbel" panose="020B0503020204020204"/>
              </a:rPr>
              <a:t>—es decir, la pendiente de la isocuanta— cuando aumentamos un factor y ajustamos el otro para permanecer en la misma isocuanta.</a:t>
            </a:r>
            <a:endParaRPr lang="en-US" sz="2400" dirty="0">
              <a:solidFill>
                <a:prstClr val="black"/>
              </a:solidFill>
              <a:latin typeface="Corbel" panose="020B0503020204020204"/>
            </a:endParaRPr>
          </a:p>
        </p:txBody>
      </p:sp>
    </p:spTree>
    <p:extLst>
      <p:ext uri="{BB962C8B-B14F-4D97-AF65-F5344CB8AC3E}">
        <p14:creationId xmlns:p14="http://schemas.microsoft.com/office/powerpoint/2010/main" val="539919002"/>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El </a:t>
            </a:r>
            <a:r>
              <a:rPr lang="en-US" b="1" dirty="0" err="1">
                <a:solidFill>
                  <a:srgbClr val="1F497D"/>
                </a:solidFill>
              </a:rPr>
              <a:t>corto</a:t>
            </a:r>
            <a:r>
              <a:rPr lang="en-US" b="1" dirty="0">
                <a:solidFill>
                  <a:srgbClr val="1F497D"/>
                </a:solidFill>
              </a:rPr>
              <a:t> </a:t>
            </a:r>
            <a:r>
              <a:rPr lang="en-US" b="1" dirty="0" err="1">
                <a:solidFill>
                  <a:srgbClr val="1F497D"/>
                </a:solidFill>
              </a:rPr>
              <a:t>plazo</a:t>
            </a:r>
            <a:r>
              <a:rPr lang="en-US" b="1" dirty="0">
                <a:solidFill>
                  <a:srgbClr val="1F497D"/>
                </a:solidFill>
              </a:rPr>
              <a:t> y </a:t>
            </a:r>
            <a:r>
              <a:rPr lang="en-US" b="1" dirty="0" err="1">
                <a:solidFill>
                  <a:srgbClr val="1F497D"/>
                </a:solidFill>
              </a:rPr>
              <a:t>el</a:t>
            </a:r>
            <a:r>
              <a:rPr lang="en-US" b="1" dirty="0">
                <a:solidFill>
                  <a:srgbClr val="1F497D"/>
                </a:solidFill>
              </a:rPr>
              <a:t> largo </a:t>
            </a:r>
            <a:r>
              <a:rPr lang="en-US" b="1" dirty="0" err="1">
                <a:solidFill>
                  <a:srgbClr val="1F497D"/>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sz="2800" b="1" dirty="0" err="1">
                <a:latin typeface="Corbel" panose="020B0503020204020204"/>
              </a:rPr>
              <a:t>Corto</a:t>
            </a:r>
            <a:r>
              <a:rPr lang="en-US" sz="2800" b="1" dirty="0">
                <a:latin typeface="Corbel" panose="020B0503020204020204"/>
              </a:rPr>
              <a:t> </a:t>
            </a:r>
            <a:r>
              <a:rPr lang="en-US" sz="2800" b="1" dirty="0" err="1">
                <a:latin typeface="Corbel" panose="020B0503020204020204"/>
              </a:rPr>
              <a:t>plazo</a:t>
            </a:r>
            <a:r>
              <a:rPr lang="en-US" sz="2800" dirty="0">
                <a:latin typeface="Corbel" panose="020B0503020204020204"/>
              </a:rPr>
              <a:t>, </a:t>
            </a:r>
            <a:r>
              <a:rPr lang="es-ES" sz="2800" dirty="0">
                <a:solidFill>
                  <a:prstClr val="black"/>
                </a:solidFill>
                <a:latin typeface="Corbel" panose="020B0503020204020204"/>
              </a:rPr>
              <a:t>hay </a:t>
            </a:r>
            <a:r>
              <a:rPr lang="es-ES" sz="2800" dirty="0">
                <a:solidFill>
                  <a:schemeClr val="accent6">
                    <a:lumMod val="75000"/>
                  </a:schemeClr>
                </a:solidFill>
                <a:latin typeface="Corbel" panose="020B0503020204020204"/>
              </a:rPr>
              <a:t>algunos factores de producción que son fijos. </a:t>
            </a:r>
            <a:r>
              <a:rPr lang="es-ES" sz="2800" dirty="0">
                <a:solidFill>
                  <a:prstClr val="black"/>
                </a:solidFill>
                <a:latin typeface="Corbel" panose="020B0503020204020204"/>
              </a:rPr>
              <a:t>Por ejemplo, el agricultor descrito en el ejemplo del </a:t>
            </a:r>
            <a:r>
              <a:rPr lang="es-ES" sz="2800" dirty="0" err="1">
                <a:solidFill>
                  <a:prstClr val="black"/>
                </a:solidFill>
                <a:latin typeface="Corbel" panose="020B0503020204020204"/>
              </a:rPr>
              <a:t>slide</a:t>
            </a:r>
            <a:r>
              <a:rPr lang="es-ES" sz="2800" dirty="0">
                <a:solidFill>
                  <a:prstClr val="black"/>
                </a:solidFill>
                <a:latin typeface="Corbel" panose="020B0503020204020204"/>
              </a:rPr>
              <a:t> 19. puede considerar los planes de producción contando con una cantidad fija de tierra.</a:t>
            </a:r>
          </a:p>
          <a:p>
            <a:pPr marL="0" indent="0" algn="just">
              <a:buNone/>
            </a:pPr>
            <a:endParaRPr lang="es-ES" sz="1600" dirty="0">
              <a:solidFill>
                <a:prstClr val="black"/>
              </a:solidFill>
              <a:latin typeface="Corbel" panose="020B0503020204020204"/>
            </a:endParaRPr>
          </a:p>
          <a:p>
            <a:pPr marL="0" indent="0" algn="just">
              <a:buNone/>
            </a:pPr>
            <a:r>
              <a:rPr lang="es-ES" sz="2800" dirty="0">
                <a:solidFill>
                  <a:prstClr val="black"/>
                </a:solidFill>
                <a:latin typeface="Corbel" panose="020B0503020204020204"/>
              </a:rPr>
              <a:t>En el </a:t>
            </a:r>
            <a:r>
              <a:rPr lang="es-ES" sz="2800" b="1" dirty="0">
                <a:solidFill>
                  <a:prstClr val="black"/>
                </a:solidFill>
                <a:latin typeface="Corbel" panose="020B0503020204020204"/>
              </a:rPr>
              <a:t>largo plazo, </a:t>
            </a:r>
            <a:r>
              <a:rPr lang="es-ES" sz="2800" dirty="0">
                <a:solidFill>
                  <a:schemeClr val="accent6">
                    <a:lumMod val="75000"/>
                  </a:schemeClr>
                </a:solidFill>
                <a:latin typeface="Corbel" panose="020B0503020204020204"/>
              </a:rPr>
              <a:t>pueden alterarse todos los factores de producción. </a:t>
            </a:r>
            <a:r>
              <a:rPr lang="es-ES" sz="2800" dirty="0">
                <a:latin typeface="Corbel" panose="020B0503020204020204"/>
              </a:rPr>
              <a:t>Continuando con el mismo ejemplo de la agricultura, en el largo plazo </a:t>
            </a:r>
            <a:r>
              <a:rPr lang="es-ES" sz="2800" dirty="0">
                <a:solidFill>
                  <a:prstClr val="black"/>
                </a:solidFill>
                <a:latin typeface="Corbel" panose="020B0503020204020204"/>
              </a:rPr>
              <a:t>es posible que, si adquiriera más tierra pudiera producir una mayor cantidad de maíz, se puede ajustar la cantidad del factor tierra con el fin de maximizar sus beneficios.</a:t>
            </a:r>
            <a:endParaRPr lang="en-US" sz="2800" dirty="0">
              <a:solidFill>
                <a:schemeClr val="accent6">
                  <a:lumMod val="75000"/>
                </a:schemeClr>
              </a:solidFill>
              <a:latin typeface="Corbel" panose="020B0503020204020204"/>
            </a:endParaRPr>
          </a:p>
        </p:txBody>
      </p:sp>
    </p:spTree>
    <p:extLst>
      <p:ext uri="{BB962C8B-B14F-4D97-AF65-F5344CB8AC3E}">
        <p14:creationId xmlns:p14="http://schemas.microsoft.com/office/powerpoint/2010/main" val="2397897950"/>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El </a:t>
            </a:r>
            <a:r>
              <a:rPr lang="en-US" b="1" dirty="0" err="1">
                <a:solidFill>
                  <a:srgbClr val="1F497D"/>
                </a:solidFill>
              </a:rPr>
              <a:t>corto</a:t>
            </a:r>
            <a:r>
              <a:rPr lang="en-US" b="1" dirty="0">
                <a:solidFill>
                  <a:srgbClr val="1F497D"/>
                </a:solidFill>
              </a:rPr>
              <a:t> </a:t>
            </a:r>
            <a:r>
              <a:rPr lang="en-US" b="1" dirty="0" err="1">
                <a:solidFill>
                  <a:srgbClr val="1F497D"/>
                </a:solidFill>
              </a:rPr>
              <a:t>plazo</a:t>
            </a:r>
            <a:r>
              <a:rPr lang="en-US" b="1" dirty="0">
                <a:solidFill>
                  <a:srgbClr val="1F497D"/>
                </a:solidFill>
              </a:rPr>
              <a:t> y </a:t>
            </a:r>
            <a:r>
              <a:rPr lang="en-US" b="1" dirty="0" err="1">
                <a:solidFill>
                  <a:srgbClr val="1F497D"/>
                </a:solidFill>
              </a:rPr>
              <a:t>el</a:t>
            </a:r>
            <a:r>
              <a:rPr lang="en-US" b="1" dirty="0">
                <a:solidFill>
                  <a:srgbClr val="1F497D"/>
                </a:solidFill>
              </a:rPr>
              <a:t> largo </a:t>
            </a:r>
            <a:r>
              <a:rPr lang="en-US" b="1" dirty="0" err="1">
                <a:solidFill>
                  <a:srgbClr val="1F497D"/>
                </a:solidFill>
              </a:rPr>
              <a:t>plazo</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800" dirty="0">
                <a:solidFill>
                  <a:prstClr val="black"/>
                </a:solidFill>
                <a:latin typeface="Corbel" panose="020B0503020204020204"/>
              </a:rPr>
              <a:t>Supongamos, por ejemplo, que el factor 2 se posee en una cantidad fija x2 a corto plazo. En ese caso, la función de producción relevante a corto plazo es f(x1, x2). </a:t>
            </a:r>
            <a:endParaRPr lang="en-US" sz="2800" dirty="0">
              <a:solidFill>
                <a:prstClr val="black"/>
              </a:solidFill>
              <a:latin typeface="Corbel" panose="020B0503020204020204"/>
            </a:endParaRPr>
          </a:p>
        </p:txBody>
      </p:sp>
      <p:pic>
        <p:nvPicPr>
          <p:cNvPr id="3" name="Picture 2">
            <a:extLst>
              <a:ext uri="{FF2B5EF4-FFF2-40B4-BE49-F238E27FC236}">
                <a16:creationId xmlns:a16="http://schemas.microsoft.com/office/drawing/2014/main" id="{493EDB83-008E-B128-656B-2D08BB0FA08A}"/>
              </a:ext>
            </a:extLst>
          </p:cNvPr>
          <p:cNvPicPr>
            <a:picLocks noChangeAspect="1"/>
          </p:cNvPicPr>
          <p:nvPr/>
        </p:nvPicPr>
        <p:blipFill>
          <a:blip r:embed="rId3"/>
          <a:stretch>
            <a:fillRect/>
          </a:stretch>
        </p:blipFill>
        <p:spPr>
          <a:xfrm>
            <a:off x="444993" y="3030153"/>
            <a:ext cx="5177297" cy="3023777"/>
          </a:xfrm>
          <a:prstGeom prst="rect">
            <a:avLst/>
          </a:prstGeom>
        </p:spPr>
      </p:pic>
      <p:sp>
        <p:nvSpPr>
          <p:cNvPr id="4" name="Arrow: Right 3">
            <a:extLst>
              <a:ext uri="{FF2B5EF4-FFF2-40B4-BE49-F238E27FC236}">
                <a16:creationId xmlns:a16="http://schemas.microsoft.com/office/drawing/2014/main" id="{9780307E-9A6E-2168-9FE3-DE5352CECC53}"/>
              </a:ext>
            </a:extLst>
          </p:cNvPr>
          <p:cNvSpPr/>
          <p:nvPr/>
        </p:nvSpPr>
        <p:spPr>
          <a:xfrm>
            <a:off x="5507831" y="3890946"/>
            <a:ext cx="616688" cy="6024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D9611E2-D5F3-4E42-1196-7DB4F590C413}"/>
              </a:ext>
            </a:extLst>
          </p:cNvPr>
          <p:cNvSpPr txBox="1"/>
          <p:nvPr/>
        </p:nvSpPr>
        <p:spPr>
          <a:xfrm>
            <a:off x="6472039" y="3127788"/>
            <a:ext cx="5039720" cy="2308324"/>
          </a:xfrm>
          <a:prstGeom prst="rect">
            <a:avLst/>
          </a:prstGeom>
          <a:noFill/>
          <a:ln w="28575">
            <a:solidFill>
              <a:schemeClr val="tx2"/>
            </a:solidFill>
          </a:ln>
        </p:spPr>
        <p:txBody>
          <a:bodyPr wrap="square" rtlCol="0">
            <a:spAutoFit/>
          </a:bodyPr>
          <a:lstStyle/>
          <a:p>
            <a:pPr algn="just"/>
            <a:r>
              <a:rPr lang="es-ES" sz="2400" b="0" i="0" u="none" strike="noStrike" baseline="0" dirty="0">
                <a:latin typeface="Palatino-Roman"/>
              </a:rPr>
              <a:t>La función de producción a corto plazo va siendo cada vez más horizontal conforme aumenta la cantidad del factor 1, debido simplemente a la ley del </a:t>
            </a:r>
            <a:r>
              <a:rPr lang="en-US" sz="2400" b="0" i="0" u="none" strike="noStrike" baseline="0" dirty="0" err="1">
                <a:latin typeface="Palatino-Roman"/>
              </a:rPr>
              <a:t>producto</a:t>
            </a:r>
            <a:r>
              <a:rPr lang="en-US" sz="2400" b="0" i="0" u="none" strike="noStrike" baseline="0" dirty="0">
                <a:latin typeface="Palatino-Roman"/>
              </a:rPr>
              <a:t> marginal </a:t>
            </a:r>
            <a:r>
              <a:rPr lang="en-US" sz="2400" b="0" i="0" u="none" strike="noStrike" baseline="0" dirty="0" err="1">
                <a:latin typeface="Palatino-Roman"/>
              </a:rPr>
              <a:t>decreciente</a:t>
            </a:r>
            <a:r>
              <a:rPr lang="en-US" sz="2400" b="0" i="0" u="none" strike="noStrike" baseline="0" dirty="0">
                <a:latin typeface="Palatino-Roman"/>
              </a:rPr>
              <a:t>.</a:t>
            </a:r>
            <a:endParaRPr lang="en-US" sz="2400" dirty="0"/>
          </a:p>
        </p:txBody>
      </p:sp>
    </p:spTree>
    <p:extLst>
      <p:ext uri="{BB962C8B-B14F-4D97-AF65-F5344CB8AC3E}">
        <p14:creationId xmlns:p14="http://schemas.microsoft.com/office/powerpoint/2010/main" val="17723039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rendimientos</a:t>
            </a:r>
            <a:r>
              <a:rPr lang="en-US" b="1" dirty="0">
                <a:solidFill>
                  <a:srgbClr val="1F497D"/>
                </a:solidFill>
              </a:rPr>
              <a:t> de </a:t>
            </a:r>
            <a:r>
              <a:rPr lang="en-US" b="1" dirty="0" err="1">
                <a:solidFill>
                  <a:srgbClr val="1F497D"/>
                </a:solidFill>
              </a:rPr>
              <a:t>escala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62354" y="1692953"/>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sz="2800" b="1" dirty="0">
                <a:solidFill>
                  <a:prstClr val="black"/>
                </a:solidFill>
                <a:latin typeface="Corbel" panose="020B0503020204020204"/>
              </a:rPr>
              <a:t>Los </a:t>
            </a:r>
            <a:r>
              <a:rPr lang="en-US" sz="2800" b="1" dirty="0" err="1">
                <a:solidFill>
                  <a:prstClr val="black"/>
                </a:solidFill>
                <a:latin typeface="Corbel" panose="020B0503020204020204"/>
              </a:rPr>
              <a:t>rendimientos</a:t>
            </a:r>
            <a:r>
              <a:rPr lang="en-US" sz="2800" b="1" dirty="0">
                <a:solidFill>
                  <a:prstClr val="black"/>
                </a:solidFill>
                <a:latin typeface="Corbel" panose="020B0503020204020204"/>
              </a:rPr>
              <a:t> de </a:t>
            </a:r>
            <a:r>
              <a:rPr lang="en-US" sz="2800" b="1" dirty="0" err="1">
                <a:solidFill>
                  <a:prstClr val="black"/>
                </a:solidFill>
                <a:latin typeface="Corbel" panose="020B0503020204020204"/>
              </a:rPr>
              <a:t>escala</a:t>
            </a:r>
            <a:r>
              <a:rPr lang="en-US" sz="2800" b="1" dirty="0">
                <a:solidFill>
                  <a:prstClr val="black"/>
                </a:solidFill>
                <a:latin typeface="Corbel" panose="020B0503020204020204"/>
              </a:rPr>
              <a:t>, </a:t>
            </a:r>
            <a:r>
              <a:rPr lang="en-US" sz="2800" dirty="0" err="1">
                <a:solidFill>
                  <a:prstClr val="black"/>
                </a:solidFill>
                <a:latin typeface="Corbel" panose="020B0503020204020204"/>
              </a:rPr>
              <a:t>expresa</a:t>
            </a:r>
            <a:r>
              <a:rPr lang="en-US" sz="2800" dirty="0">
                <a:solidFill>
                  <a:prstClr val="black"/>
                </a:solidFill>
                <a:latin typeface="Corbel" panose="020B0503020204020204"/>
              </a:rPr>
              <a:t> </a:t>
            </a:r>
            <a:r>
              <a:rPr lang="en-US" sz="2800" dirty="0" err="1">
                <a:solidFill>
                  <a:prstClr val="black"/>
                </a:solidFill>
                <a:latin typeface="Corbel" panose="020B0503020204020204"/>
              </a:rPr>
              <a:t>como</a:t>
            </a:r>
            <a:r>
              <a:rPr lang="en-US" sz="2800" dirty="0">
                <a:solidFill>
                  <a:prstClr val="black"/>
                </a:solidFill>
                <a:latin typeface="Corbel" panose="020B0503020204020204"/>
              </a:rPr>
              <a:t> varia la </a:t>
            </a:r>
            <a:r>
              <a:rPr lang="en-US" sz="2800" dirty="0" err="1">
                <a:solidFill>
                  <a:prstClr val="black"/>
                </a:solidFill>
                <a:latin typeface="Corbel" panose="020B0503020204020204"/>
              </a:rPr>
              <a:t>cantidad</a:t>
            </a:r>
            <a:r>
              <a:rPr lang="en-US" sz="2800" dirty="0">
                <a:solidFill>
                  <a:prstClr val="black"/>
                </a:solidFill>
                <a:latin typeface="Corbel" panose="020B0503020204020204"/>
              </a:rPr>
              <a:t> </a:t>
            </a:r>
            <a:r>
              <a:rPr lang="en-US" sz="2800" dirty="0" err="1">
                <a:solidFill>
                  <a:prstClr val="black"/>
                </a:solidFill>
                <a:latin typeface="Corbel" panose="020B0503020204020204"/>
              </a:rPr>
              <a:t>producida</a:t>
            </a:r>
            <a:r>
              <a:rPr lang="en-US" sz="2800" dirty="0">
                <a:solidFill>
                  <a:prstClr val="black"/>
                </a:solidFill>
                <a:latin typeface="Corbel" panose="020B0503020204020204"/>
              </a:rPr>
              <a:t> </a:t>
            </a:r>
            <a:r>
              <a:rPr lang="en-US" sz="2800" dirty="0" err="1">
                <a:solidFill>
                  <a:prstClr val="black"/>
                </a:solidFill>
                <a:latin typeface="Corbel" panose="020B0503020204020204"/>
              </a:rPr>
              <a:t>por</a:t>
            </a:r>
            <a:r>
              <a:rPr lang="en-US" sz="2800" dirty="0">
                <a:solidFill>
                  <a:prstClr val="black"/>
                </a:solidFill>
                <a:latin typeface="Corbel" panose="020B0503020204020204"/>
              </a:rPr>
              <a:t> </a:t>
            </a:r>
            <a:r>
              <a:rPr lang="en-US" sz="2800" dirty="0" err="1">
                <a:solidFill>
                  <a:prstClr val="black"/>
                </a:solidFill>
                <a:latin typeface="Corbel" panose="020B0503020204020204"/>
              </a:rPr>
              <a:t>una</a:t>
            </a:r>
            <a:r>
              <a:rPr lang="en-US" sz="2800" dirty="0">
                <a:solidFill>
                  <a:prstClr val="black"/>
                </a:solidFill>
                <a:latin typeface="Corbel" panose="020B0503020204020204"/>
              </a:rPr>
              <a:t> </a:t>
            </a:r>
            <a:r>
              <a:rPr lang="en-US" sz="2800" dirty="0" err="1">
                <a:solidFill>
                  <a:prstClr val="black"/>
                </a:solidFill>
                <a:latin typeface="Corbel" panose="020B0503020204020204"/>
              </a:rPr>
              <a:t>empresa</a:t>
            </a:r>
            <a:r>
              <a:rPr lang="en-US" sz="2800" dirty="0">
                <a:solidFill>
                  <a:prstClr val="black"/>
                </a:solidFill>
                <a:latin typeface="Corbel" panose="020B0503020204020204"/>
              </a:rPr>
              <a:t> a </a:t>
            </a:r>
            <a:r>
              <a:rPr lang="en-US" sz="2800" dirty="0" err="1">
                <a:solidFill>
                  <a:prstClr val="black"/>
                </a:solidFill>
                <a:latin typeface="Corbel" panose="020B0503020204020204"/>
              </a:rPr>
              <a:t>medida</a:t>
            </a:r>
            <a:r>
              <a:rPr lang="en-US" sz="2800" dirty="0">
                <a:solidFill>
                  <a:prstClr val="black"/>
                </a:solidFill>
                <a:latin typeface="Corbel" panose="020B0503020204020204"/>
              </a:rPr>
              <a:t> que varia </a:t>
            </a:r>
            <a:r>
              <a:rPr lang="en-US" sz="2800" dirty="0" err="1">
                <a:solidFill>
                  <a:prstClr val="black"/>
                </a:solidFill>
                <a:latin typeface="Corbel" panose="020B0503020204020204"/>
              </a:rPr>
              <a:t>el</a:t>
            </a:r>
            <a:r>
              <a:rPr lang="en-US" sz="2800" dirty="0">
                <a:solidFill>
                  <a:prstClr val="black"/>
                </a:solidFill>
                <a:latin typeface="Corbel" panose="020B0503020204020204"/>
              </a:rPr>
              <a:t> </a:t>
            </a:r>
            <a:r>
              <a:rPr lang="en-US" sz="2800" dirty="0" err="1">
                <a:solidFill>
                  <a:prstClr val="black"/>
                </a:solidFill>
                <a:latin typeface="Corbel" panose="020B0503020204020204"/>
              </a:rPr>
              <a:t>uso</a:t>
            </a:r>
            <a:r>
              <a:rPr lang="en-US" sz="2800" dirty="0">
                <a:solidFill>
                  <a:prstClr val="black"/>
                </a:solidFill>
                <a:latin typeface="Corbel" panose="020B0503020204020204"/>
              </a:rPr>
              <a:t> de </a:t>
            </a:r>
            <a:r>
              <a:rPr lang="en-US" sz="2800" dirty="0" err="1">
                <a:solidFill>
                  <a:prstClr val="black"/>
                </a:solidFill>
                <a:latin typeface="Corbel" panose="020B0503020204020204"/>
              </a:rPr>
              <a:t>todos</a:t>
            </a:r>
            <a:r>
              <a:rPr lang="en-US" sz="2800" dirty="0">
                <a:solidFill>
                  <a:prstClr val="black"/>
                </a:solidFill>
                <a:latin typeface="Corbel" panose="020B0503020204020204"/>
              </a:rPr>
              <a:t> </a:t>
            </a:r>
            <a:r>
              <a:rPr lang="en-US" sz="2800" dirty="0" err="1">
                <a:solidFill>
                  <a:prstClr val="black"/>
                </a:solidFill>
                <a:latin typeface="Corbel" panose="020B0503020204020204"/>
              </a:rPr>
              <a:t>los</a:t>
            </a:r>
            <a:r>
              <a:rPr lang="en-US" sz="2800" dirty="0">
                <a:solidFill>
                  <a:prstClr val="black"/>
                </a:solidFill>
                <a:latin typeface="Corbel" panose="020B0503020204020204"/>
              </a:rPr>
              <a:t> </a:t>
            </a:r>
            <a:r>
              <a:rPr lang="en-US" sz="2800" dirty="0" err="1">
                <a:solidFill>
                  <a:prstClr val="black"/>
                </a:solidFill>
                <a:latin typeface="Corbel" panose="020B0503020204020204"/>
              </a:rPr>
              <a:t>factores</a:t>
            </a:r>
            <a:r>
              <a:rPr lang="en-US" sz="2800" dirty="0">
                <a:solidFill>
                  <a:prstClr val="black"/>
                </a:solidFill>
                <a:latin typeface="Corbel" panose="020B0503020204020204"/>
              </a:rPr>
              <a:t> que </a:t>
            </a:r>
            <a:r>
              <a:rPr lang="en-US" sz="2800" dirty="0" err="1">
                <a:solidFill>
                  <a:prstClr val="black"/>
                </a:solidFill>
                <a:latin typeface="Corbel" panose="020B0503020204020204"/>
              </a:rPr>
              <a:t>intervienen</a:t>
            </a:r>
            <a:r>
              <a:rPr lang="en-US" sz="2800" dirty="0">
                <a:solidFill>
                  <a:prstClr val="black"/>
                </a:solidFill>
                <a:latin typeface="Corbel" panose="020B0503020204020204"/>
              </a:rPr>
              <a:t> </a:t>
            </a:r>
            <a:r>
              <a:rPr lang="en-US" sz="2800" dirty="0" err="1">
                <a:solidFill>
                  <a:prstClr val="black"/>
                </a:solidFill>
                <a:latin typeface="Corbel" panose="020B0503020204020204"/>
              </a:rPr>
              <a:t>en</a:t>
            </a:r>
            <a:r>
              <a:rPr lang="en-US" sz="2800" dirty="0">
                <a:solidFill>
                  <a:prstClr val="black"/>
                </a:solidFill>
                <a:latin typeface="Corbel" panose="020B0503020204020204"/>
              </a:rPr>
              <a:t> </a:t>
            </a:r>
            <a:r>
              <a:rPr lang="en-US" sz="2800" dirty="0" err="1">
                <a:solidFill>
                  <a:prstClr val="black"/>
                </a:solidFill>
                <a:latin typeface="Corbel" panose="020B0503020204020204"/>
              </a:rPr>
              <a:t>el</a:t>
            </a:r>
            <a:r>
              <a:rPr lang="en-US" sz="2800" dirty="0">
                <a:solidFill>
                  <a:prstClr val="black"/>
                </a:solidFill>
                <a:latin typeface="Corbel" panose="020B0503020204020204"/>
              </a:rPr>
              <a:t> </a:t>
            </a:r>
            <a:r>
              <a:rPr lang="en-US" sz="2800" dirty="0" err="1">
                <a:solidFill>
                  <a:prstClr val="black"/>
                </a:solidFill>
                <a:latin typeface="Corbel" panose="020B0503020204020204"/>
              </a:rPr>
              <a:t>proceso</a:t>
            </a:r>
            <a:r>
              <a:rPr lang="en-US" sz="2800" dirty="0">
                <a:solidFill>
                  <a:prstClr val="black"/>
                </a:solidFill>
                <a:latin typeface="Corbel" panose="020B0503020204020204"/>
              </a:rPr>
              <a:t> de </a:t>
            </a:r>
            <a:r>
              <a:rPr lang="en-US" sz="2800" dirty="0" err="1">
                <a:solidFill>
                  <a:prstClr val="black"/>
                </a:solidFill>
                <a:latin typeface="Corbel" panose="020B0503020204020204"/>
              </a:rPr>
              <a:t>producción</a:t>
            </a:r>
            <a:r>
              <a:rPr lang="en-US" sz="2800" dirty="0">
                <a:solidFill>
                  <a:prstClr val="black"/>
                </a:solidFill>
                <a:latin typeface="Corbel" panose="020B0503020204020204"/>
              </a:rPr>
              <a:t> </a:t>
            </a:r>
            <a:r>
              <a:rPr lang="en-US" sz="2800" dirty="0" err="1">
                <a:solidFill>
                  <a:prstClr val="black"/>
                </a:solidFill>
                <a:latin typeface="Corbel" panose="020B0503020204020204"/>
              </a:rPr>
              <a:t>en</a:t>
            </a:r>
            <a:r>
              <a:rPr lang="en-US" sz="2800" dirty="0">
                <a:solidFill>
                  <a:prstClr val="black"/>
                </a:solidFill>
                <a:latin typeface="Corbel" panose="020B0503020204020204"/>
              </a:rPr>
              <a:t> la </a:t>
            </a:r>
            <a:r>
              <a:rPr lang="en-US" sz="2800" dirty="0" err="1">
                <a:solidFill>
                  <a:prstClr val="black"/>
                </a:solidFill>
                <a:latin typeface="Corbel" panose="020B0503020204020204"/>
              </a:rPr>
              <a:t>misma</a:t>
            </a:r>
            <a:r>
              <a:rPr lang="en-US" sz="2800" dirty="0">
                <a:solidFill>
                  <a:prstClr val="black"/>
                </a:solidFill>
                <a:latin typeface="Corbel" panose="020B0503020204020204"/>
              </a:rPr>
              <a:t> </a:t>
            </a:r>
            <a:r>
              <a:rPr lang="en-US" sz="2800" dirty="0" err="1">
                <a:solidFill>
                  <a:prstClr val="black"/>
                </a:solidFill>
                <a:latin typeface="Corbel" panose="020B0503020204020204"/>
              </a:rPr>
              <a:t>proporción</a:t>
            </a:r>
            <a:r>
              <a:rPr lang="en-US" sz="2800" dirty="0">
                <a:solidFill>
                  <a:prstClr val="black"/>
                </a:solidFill>
                <a:latin typeface="Corbel" panose="020B0503020204020204"/>
              </a:rPr>
              <a:t>. Es </a:t>
            </a:r>
            <a:r>
              <a:rPr lang="en-US" sz="2800" dirty="0" err="1">
                <a:solidFill>
                  <a:prstClr val="black"/>
                </a:solidFill>
                <a:latin typeface="Corbel" panose="020B0503020204020204"/>
              </a:rPr>
              <a:t>decir</a:t>
            </a:r>
            <a:r>
              <a:rPr lang="en-US" sz="2800" dirty="0">
                <a:solidFill>
                  <a:prstClr val="black"/>
                </a:solidFill>
                <a:latin typeface="Corbel" panose="020B0503020204020204"/>
              </a:rPr>
              <a:t>, </a:t>
            </a:r>
            <a:r>
              <a:rPr lang="es-ES" sz="2800" dirty="0">
                <a:solidFill>
                  <a:prstClr val="black"/>
                </a:solidFill>
                <a:latin typeface="Corbel" panose="020B0503020204020204"/>
              </a:rPr>
              <a:t>si multiplicamos todos los factores por una cantidad t, la existencia de rendimientos constantes de escala implica que debemos obtener una cantidad de producción t veces superior:</a:t>
            </a:r>
          </a:p>
          <a:p>
            <a:pPr marL="0" indent="0" algn="just">
              <a:buNone/>
            </a:pPr>
            <a:endParaRPr lang="es-ES" sz="2800" dirty="0">
              <a:solidFill>
                <a:prstClr val="black"/>
              </a:solidFill>
              <a:latin typeface="Corbel" panose="020B0503020204020204"/>
            </a:endParaRPr>
          </a:p>
          <a:p>
            <a:pPr marL="0" indent="0" algn="ctr">
              <a:buNone/>
            </a:pPr>
            <a:r>
              <a:rPr lang="fr-FR" sz="3200" dirty="0">
                <a:solidFill>
                  <a:prstClr val="black"/>
                </a:solidFill>
                <a:latin typeface="Corbel" panose="020B0503020204020204"/>
              </a:rPr>
              <a:t>t f(x1, x2) = f(tx1, tx2)</a:t>
            </a:r>
            <a:endParaRPr lang="en-US" sz="3200" dirty="0">
              <a:solidFill>
                <a:prstClr val="black"/>
              </a:solidFill>
              <a:latin typeface="Corbel" panose="020B0503020204020204"/>
            </a:endParaRPr>
          </a:p>
        </p:txBody>
      </p:sp>
    </p:spTree>
    <p:extLst>
      <p:ext uri="{BB962C8B-B14F-4D97-AF65-F5344CB8AC3E}">
        <p14:creationId xmlns:p14="http://schemas.microsoft.com/office/powerpoint/2010/main" val="3884172527"/>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rendimientos</a:t>
            </a:r>
            <a:r>
              <a:rPr lang="en-US" b="1" dirty="0">
                <a:solidFill>
                  <a:srgbClr val="1F497D"/>
                </a:solidFill>
              </a:rPr>
              <a:t> de </a:t>
            </a:r>
            <a:r>
              <a:rPr lang="en-US" b="1" dirty="0" err="1">
                <a:solidFill>
                  <a:srgbClr val="1F497D"/>
                </a:solidFill>
              </a:rPr>
              <a:t>escala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515399"/>
            <a:ext cx="11596693" cy="5101301"/>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sz="2800" dirty="0">
                <a:solidFill>
                  <a:prstClr val="black"/>
                </a:solidFill>
                <a:latin typeface="Corbel" panose="020B0503020204020204"/>
              </a:rPr>
              <a:t>Los </a:t>
            </a:r>
            <a:r>
              <a:rPr lang="es-ES" sz="2800" b="1" dirty="0">
                <a:solidFill>
                  <a:prstClr val="black"/>
                </a:solidFill>
                <a:latin typeface="Corbel" panose="020B0503020204020204"/>
              </a:rPr>
              <a:t>rendimientos de escala </a:t>
            </a:r>
            <a:r>
              <a:rPr lang="es-ES" sz="2800" u="sng" dirty="0">
                <a:solidFill>
                  <a:prstClr val="black"/>
                </a:solidFill>
                <a:latin typeface="Corbel" panose="020B0503020204020204"/>
              </a:rPr>
              <a:t>describen lo que ocurre cuando se incrementan todos los factores</a:t>
            </a:r>
            <a:r>
              <a:rPr lang="es-ES" sz="2800" dirty="0">
                <a:solidFill>
                  <a:prstClr val="black"/>
                </a:solidFill>
                <a:latin typeface="Corbel" panose="020B0503020204020204"/>
              </a:rPr>
              <a:t>, mientras que el </a:t>
            </a:r>
            <a:r>
              <a:rPr lang="es-ES" sz="2800" b="1" dirty="0">
                <a:solidFill>
                  <a:prstClr val="black"/>
                </a:solidFill>
                <a:latin typeface="Corbel" panose="020B0503020204020204"/>
              </a:rPr>
              <a:t>producto marginal decreciente </a:t>
            </a:r>
            <a:r>
              <a:rPr lang="es-ES" sz="2800" u="sng" dirty="0">
                <a:solidFill>
                  <a:prstClr val="black"/>
                </a:solidFill>
                <a:latin typeface="Corbel" panose="020B0503020204020204"/>
              </a:rPr>
              <a:t>describe lo que ocurre cuando se incrementa uno de ellos y se mantienen fijos los demás.</a:t>
            </a:r>
          </a:p>
          <a:p>
            <a:pPr marL="0" indent="0" algn="just">
              <a:buNone/>
            </a:pPr>
            <a:endParaRPr lang="es-ES" sz="1400" dirty="0">
              <a:solidFill>
                <a:prstClr val="black"/>
              </a:solidFill>
              <a:latin typeface="Corbel" panose="020B0503020204020204"/>
            </a:endParaRPr>
          </a:p>
          <a:p>
            <a:pPr marL="0" indent="0" algn="just">
              <a:buNone/>
            </a:pPr>
            <a:r>
              <a:rPr lang="es-ES" sz="2800" dirty="0">
                <a:solidFill>
                  <a:prstClr val="black"/>
                </a:solidFill>
                <a:latin typeface="Corbel" panose="020B0503020204020204"/>
              </a:rPr>
              <a:t>El caso de los </a:t>
            </a:r>
            <a:r>
              <a:rPr lang="es-ES" sz="2800" b="1" dirty="0">
                <a:solidFill>
                  <a:prstClr val="black"/>
                </a:solidFill>
                <a:latin typeface="Corbel" panose="020B0503020204020204"/>
              </a:rPr>
              <a:t>rendimientos constantes </a:t>
            </a:r>
            <a:r>
              <a:rPr lang="es-ES" sz="2800" dirty="0">
                <a:solidFill>
                  <a:prstClr val="black"/>
                </a:solidFill>
                <a:latin typeface="Corbel" panose="020B0503020204020204"/>
              </a:rPr>
              <a:t>de escala es el más “natural” debido a la posibilidad de repetir, de replicar, un mismo proceso productivo. Pero eso no quiere decir que no puedan ocurrir otras cosas. Por ejemplo, podría suceder que multiplicando ambos factores por una cantidad t obtuviéramos un volumen de producción mayor que t veces el inicial. En ese caso, diríamos que hay </a:t>
            </a:r>
            <a:r>
              <a:rPr lang="es-ES" sz="2800" b="1" dirty="0">
                <a:solidFill>
                  <a:prstClr val="black"/>
                </a:solidFill>
                <a:latin typeface="Corbel" panose="020B0503020204020204"/>
              </a:rPr>
              <a:t>rendimientos crecientes de escala. </a:t>
            </a:r>
            <a:r>
              <a:rPr lang="es-ES" sz="2800" dirty="0">
                <a:solidFill>
                  <a:prstClr val="black"/>
                </a:solidFill>
                <a:latin typeface="Corbel" panose="020B0503020204020204"/>
              </a:rPr>
              <a:t>En términos matemáticos, significa que  			</a:t>
            </a:r>
            <a:r>
              <a:rPr lang="fr-FR" sz="2400" b="0" i="1" u="none" strike="noStrike" baseline="0" dirty="0"/>
              <a:t>f</a:t>
            </a:r>
            <a:r>
              <a:rPr lang="fr-FR" sz="2400" b="0" i="0" u="none" strike="noStrike" baseline="0" dirty="0"/>
              <a:t>(</a:t>
            </a:r>
            <a:r>
              <a:rPr lang="fr-FR" sz="2400" b="0" i="1" u="none" strike="noStrike" baseline="0" dirty="0"/>
              <a:t>tx</a:t>
            </a:r>
            <a:r>
              <a:rPr lang="fr-FR" sz="2400" b="0" i="0" u="none" strike="noStrike" baseline="0" dirty="0"/>
              <a:t>1, </a:t>
            </a:r>
            <a:r>
              <a:rPr lang="fr-FR" sz="2400" b="0" i="1" u="none" strike="noStrike" baseline="0" dirty="0"/>
              <a:t>tx</a:t>
            </a:r>
            <a:r>
              <a:rPr lang="fr-FR" sz="2400" b="0" i="0" u="none" strike="noStrike" baseline="0" dirty="0"/>
              <a:t>2) &gt; </a:t>
            </a:r>
            <a:r>
              <a:rPr lang="fr-FR" sz="2400" b="0" i="1" u="none" strike="noStrike" baseline="0" dirty="0"/>
              <a:t>t f</a:t>
            </a:r>
            <a:r>
              <a:rPr lang="fr-FR" sz="2400" b="0" i="0" u="none" strike="noStrike" baseline="0" dirty="0"/>
              <a:t>(</a:t>
            </a:r>
            <a:r>
              <a:rPr lang="fr-FR" sz="2400" b="0" i="1" u="none" strike="noStrike" baseline="0" dirty="0"/>
              <a:t>x</a:t>
            </a:r>
            <a:r>
              <a:rPr lang="fr-FR" sz="2400" b="0" i="0" u="none" strike="noStrike" baseline="0" dirty="0"/>
              <a:t>1, </a:t>
            </a:r>
            <a:r>
              <a:rPr lang="fr-FR" sz="2400" b="0" i="1" u="none" strike="noStrike" baseline="0" dirty="0"/>
              <a:t>x</a:t>
            </a:r>
            <a:r>
              <a:rPr lang="fr-FR" sz="2400" b="0" i="0" u="none" strike="noStrike" baseline="0" dirty="0"/>
              <a:t>2), </a:t>
            </a:r>
            <a:r>
              <a:rPr lang="es-ES" sz="2400" b="0" i="0" u="none" strike="noStrike" baseline="0" dirty="0"/>
              <a:t>cualquiera que sea </a:t>
            </a:r>
            <a:r>
              <a:rPr lang="es-ES" sz="2400" b="0" i="1" u="none" strike="noStrike" baseline="0" dirty="0"/>
              <a:t>t </a:t>
            </a:r>
            <a:r>
              <a:rPr lang="es-ES" sz="2400" b="0" i="0" u="none" strike="noStrike" baseline="0" dirty="0"/>
              <a:t>&gt; 1.</a:t>
            </a:r>
            <a:endParaRPr lang="en-US" sz="2800" dirty="0">
              <a:solidFill>
                <a:prstClr val="black"/>
              </a:solidFill>
            </a:endParaRPr>
          </a:p>
        </p:txBody>
      </p:sp>
    </p:spTree>
    <p:extLst>
      <p:ext uri="{BB962C8B-B14F-4D97-AF65-F5344CB8AC3E}">
        <p14:creationId xmlns:p14="http://schemas.microsoft.com/office/powerpoint/2010/main" val="1514059574"/>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rendimientos</a:t>
            </a:r>
            <a:r>
              <a:rPr lang="en-US" b="1" dirty="0">
                <a:solidFill>
                  <a:srgbClr val="1F497D"/>
                </a:solidFill>
              </a:rPr>
              <a:t> de </a:t>
            </a:r>
            <a:r>
              <a:rPr lang="en-US" b="1" dirty="0" err="1">
                <a:solidFill>
                  <a:srgbClr val="1F497D"/>
                </a:solidFill>
              </a:rPr>
              <a:t>escala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8" y="1515399"/>
            <a:ext cx="6110292"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US" sz="2400" dirty="0">
                <a:solidFill>
                  <a:prstClr val="black"/>
                </a:solidFill>
                <a:latin typeface="Corbel" panose="020B0503020204020204"/>
              </a:rPr>
              <a:t>Por </a:t>
            </a:r>
            <a:r>
              <a:rPr lang="en-US" sz="2400" dirty="0" err="1">
                <a:solidFill>
                  <a:prstClr val="black"/>
                </a:solidFill>
                <a:latin typeface="Corbel" panose="020B0503020204020204"/>
              </a:rPr>
              <a:t>ejemplo</a:t>
            </a:r>
            <a:r>
              <a:rPr lang="en-US" sz="2400" b="1" dirty="0">
                <a:solidFill>
                  <a:prstClr val="black"/>
                </a:solidFill>
                <a:latin typeface="Corbel" panose="020B0503020204020204"/>
              </a:rPr>
              <a:t>: Un </a:t>
            </a:r>
            <a:r>
              <a:rPr lang="en-US" sz="2400" b="1" dirty="0" err="1">
                <a:solidFill>
                  <a:prstClr val="black"/>
                </a:solidFill>
                <a:latin typeface="Corbel" panose="020B0503020204020204"/>
              </a:rPr>
              <a:t>oleoducto</a:t>
            </a:r>
            <a:r>
              <a:rPr lang="en-US" sz="2400" b="1" dirty="0">
                <a:solidFill>
                  <a:prstClr val="black"/>
                </a:solidFill>
                <a:latin typeface="Corbel" panose="020B0503020204020204"/>
              </a:rPr>
              <a:t>.</a:t>
            </a:r>
          </a:p>
          <a:p>
            <a:pPr marL="0" indent="0" algn="just">
              <a:buNone/>
            </a:pPr>
            <a:r>
              <a:rPr lang="es-ES" sz="2400" dirty="0">
                <a:solidFill>
                  <a:prstClr val="black"/>
                </a:solidFill>
                <a:latin typeface="Corbel" panose="020B0503020204020204"/>
              </a:rPr>
              <a:t>Si duplicamos el diámetro de un oleoducto, utilizamos el doble de materiales, pero la circunferencia del oleoducto se multiplica por cuatro. Por lo tanto, es muy probable que podamos transportar más del doble de petróleo. Naturalmente, </a:t>
            </a:r>
            <a:r>
              <a:rPr lang="es-ES" sz="2400" u="sng" dirty="0">
                <a:solidFill>
                  <a:prstClr val="black"/>
                </a:solidFill>
                <a:latin typeface="Corbel" panose="020B0503020204020204"/>
              </a:rPr>
              <a:t>el oleoducto no puede agrandarse indefinidamente</a:t>
            </a:r>
            <a:r>
              <a:rPr lang="es-ES" sz="2400" dirty="0">
                <a:solidFill>
                  <a:prstClr val="black"/>
                </a:solidFill>
                <a:latin typeface="Corbel" panose="020B0503020204020204"/>
              </a:rPr>
              <a:t>. Si continuamos duplicando su diámetro, acabará rompiéndose por su propio peso. Los </a:t>
            </a:r>
            <a:r>
              <a:rPr lang="es-ES" sz="2400" b="1" dirty="0">
                <a:solidFill>
                  <a:prstClr val="black"/>
                </a:solidFill>
                <a:latin typeface="Corbel" panose="020B0503020204020204"/>
              </a:rPr>
              <a:t>rendimientos crecientes de escala </a:t>
            </a:r>
            <a:r>
              <a:rPr lang="es-ES" sz="2400" dirty="0">
                <a:solidFill>
                  <a:prstClr val="black"/>
                </a:solidFill>
                <a:latin typeface="Corbel" panose="020B0503020204020204"/>
              </a:rPr>
              <a:t>normalmente ocurren en un determinado intervalo de producción.</a:t>
            </a:r>
            <a:endParaRPr lang="en-US" sz="2400" dirty="0">
              <a:solidFill>
                <a:prstClr val="black"/>
              </a:solidFill>
              <a:latin typeface="Corbel" panose="020B0503020204020204"/>
            </a:endParaRPr>
          </a:p>
        </p:txBody>
      </p:sp>
      <p:pic>
        <p:nvPicPr>
          <p:cNvPr id="1026" name="Picture 2" descr="Oleoductos y gasoductos del mundo">
            <a:extLst>
              <a:ext uri="{FF2B5EF4-FFF2-40B4-BE49-F238E27FC236}">
                <a16:creationId xmlns:a16="http://schemas.microsoft.com/office/drawing/2014/main" id="{6B087D3F-BFE4-DC36-8958-A1053130F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6890" y="2273831"/>
            <a:ext cx="5228344" cy="2901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596202"/>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rendimientos</a:t>
            </a:r>
            <a:r>
              <a:rPr lang="en-US" b="1" dirty="0">
                <a:solidFill>
                  <a:srgbClr val="1F497D"/>
                </a:solidFill>
              </a:rPr>
              <a:t> de </a:t>
            </a:r>
            <a:r>
              <a:rPr lang="en-US" b="1" dirty="0" err="1">
                <a:solidFill>
                  <a:srgbClr val="1F497D"/>
                </a:solidFill>
              </a:rPr>
              <a:t>escala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285204"/>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dirty="0">
                <a:solidFill>
                  <a:prstClr val="black"/>
                </a:solidFill>
                <a:latin typeface="Corbel" panose="020B0503020204020204"/>
              </a:rPr>
              <a:t>Los rendimientos decrecientes de escala, es el caso en el que</a:t>
            </a:r>
          </a:p>
          <a:p>
            <a:pPr marL="0" indent="0" algn="ctr">
              <a:buNone/>
            </a:pPr>
            <a:r>
              <a:rPr lang="fr-FR" dirty="0">
                <a:solidFill>
                  <a:prstClr val="black"/>
                </a:solidFill>
                <a:latin typeface="Corbel" panose="020B0503020204020204"/>
              </a:rPr>
              <a:t>f(tx1, tx2) &lt; t f(x1, x2),</a:t>
            </a:r>
          </a:p>
          <a:p>
            <a:pPr marL="0" indent="0" algn="ctr">
              <a:buNone/>
            </a:pPr>
            <a:endParaRPr lang="en-US" sz="1400" dirty="0">
              <a:solidFill>
                <a:prstClr val="black"/>
              </a:solidFill>
              <a:latin typeface="Corbel" panose="020B0503020204020204"/>
            </a:endParaRPr>
          </a:p>
          <a:p>
            <a:pPr marL="0" indent="0" algn="just">
              <a:buNone/>
            </a:pPr>
            <a:r>
              <a:rPr lang="es-ES" b="1" dirty="0">
                <a:solidFill>
                  <a:prstClr val="black"/>
                </a:solidFill>
                <a:latin typeface="Corbel" panose="020B0503020204020204"/>
              </a:rPr>
              <a:t>Si obtenemos menos del doble de producción cuando duplicamos la cantidad </a:t>
            </a:r>
            <a:r>
              <a:rPr lang="es-ES" dirty="0">
                <a:solidFill>
                  <a:prstClr val="black"/>
                </a:solidFill>
                <a:latin typeface="Corbel" panose="020B0503020204020204"/>
              </a:rPr>
              <a:t>de cada uno de los factores, debemos estar haciendo algo mal, ya que siempre cabe la posibilidad de replicar exactamente lo que hacíamos antes. </a:t>
            </a:r>
            <a:r>
              <a:rPr lang="es-ES" u="sng" dirty="0">
                <a:solidFill>
                  <a:prstClr val="black"/>
                </a:solidFill>
                <a:latin typeface="Corbel" panose="020B0503020204020204"/>
              </a:rPr>
              <a:t>Normalmente, cuando hay rendimientos decrecientes de escala es porque olvidamos tener en cuenta algún factor.</a:t>
            </a:r>
            <a:r>
              <a:rPr lang="es-ES" dirty="0">
                <a:solidFill>
                  <a:prstClr val="black"/>
                </a:solidFill>
                <a:latin typeface="Corbel" panose="020B0503020204020204"/>
              </a:rPr>
              <a:t> </a:t>
            </a:r>
          </a:p>
          <a:p>
            <a:pPr marL="0" indent="0" algn="just">
              <a:buNone/>
            </a:pPr>
            <a:r>
              <a:rPr lang="es-ES" dirty="0">
                <a:solidFill>
                  <a:prstClr val="black"/>
                </a:solidFill>
                <a:latin typeface="Corbel" panose="020B0503020204020204"/>
              </a:rPr>
              <a:t>Si tenemos el doble de todos, menos de uno, no podemos hacer lo mismo que hacíamos antes, por lo que no existe razón alguna para que obtengamos el doble de producción. En realidad, los rendimientos decrecientes de escala son un fenómeno a corto plazo, en el que hay algo que se mantiene fijo.</a:t>
            </a:r>
            <a:endParaRPr lang="fr-FR" dirty="0">
              <a:solidFill>
                <a:prstClr val="black"/>
              </a:solidFill>
              <a:latin typeface="Corbel" panose="020B0503020204020204"/>
            </a:endParaRPr>
          </a:p>
        </p:txBody>
      </p:sp>
    </p:spTree>
    <p:extLst>
      <p:ext uri="{BB962C8B-B14F-4D97-AF65-F5344CB8AC3E}">
        <p14:creationId xmlns:p14="http://schemas.microsoft.com/office/powerpoint/2010/main" val="4167791373"/>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rendimientos</a:t>
            </a:r>
            <a:r>
              <a:rPr lang="en-US" b="1" dirty="0">
                <a:solidFill>
                  <a:srgbClr val="1F497D"/>
                </a:solidFill>
              </a:rPr>
              <a:t> de </a:t>
            </a:r>
            <a:r>
              <a:rPr lang="en-US" b="1" dirty="0" err="1">
                <a:solidFill>
                  <a:srgbClr val="1F497D"/>
                </a:solidFill>
              </a:rPr>
              <a:t>escala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285204"/>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dirty="0">
                <a:solidFill>
                  <a:prstClr val="black"/>
                </a:solidFill>
                <a:latin typeface="Corbel" panose="020B0503020204020204"/>
              </a:rPr>
              <a:t>Naturalmente, una misma tecnología puede mostrar diferentes tipos de rendimientos de escala en cada uno de los niveles de producción. Puede muy bien ocurrir que, </a:t>
            </a:r>
            <a:r>
              <a:rPr lang="es-ES" b="1" dirty="0">
                <a:solidFill>
                  <a:prstClr val="black"/>
                </a:solidFill>
                <a:latin typeface="Corbel" panose="020B0503020204020204"/>
              </a:rPr>
              <a:t>en los niveles de producción bajos</a:t>
            </a:r>
            <a:r>
              <a:rPr lang="es-ES" dirty="0">
                <a:solidFill>
                  <a:prstClr val="black"/>
                </a:solidFill>
                <a:latin typeface="Corbel" panose="020B0503020204020204"/>
              </a:rPr>
              <a:t>, la tecnología muestre rendimientos crecientes de escala (es decir, que a medida que multipliquemos todos los factores por una pequeña cantidad t, la producción se multiplique por una cantidad superior a t) y que, después, en los niveles de producción más altos, el incremento de la escala en t multiplique la producción únicamente por esa cantidad.</a:t>
            </a:r>
            <a:endParaRPr lang="fr-FR" dirty="0">
              <a:solidFill>
                <a:prstClr val="black"/>
              </a:solidFill>
              <a:latin typeface="Corbel" panose="020B0503020204020204"/>
            </a:endParaRPr>
          </a:p>
        </p:txBody>
      </p:sp>
    </p:spTree>
    <p:extLst>
      <p:ext uri="{BB962C8B-B14F-4D97-AF65-F5344CB8AC3E}">
        <p14:creationId xmlns:p14="http://schemas.microsoft.com/office/powerpoint/2010/main" val="383322255"/>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a:solidFill>
                  <a:srgbClr val="1F497D"/>
                </a:solidFill>
              </a:rPr>
              <a:t>Los </a:t>
            </a:r>
            <a:r>
              <a:rPr lang="en-US" b="1" dirty="0" err="1">
                <a:solidFill>
                  <a:srgbClr val="1F497D"/>
                </a:solidFill>
              </a:rPr>
              <a:t>rendimientos</a:t>
            </a:r>
            <a:r>
              <a:rPr lang="en-US" b="1" dirty="0">
                <a:solidFill>
                  <a:srgbClr val="1F497D"/>
                </a:solidFill>
              </a:rPr>
              <a:t> de </a:t>
            </a:r>
            <a:r>
              <a:rPr lang="en-US" b="1" dirty="0" err="1">
                <a:solidFill>
                  <a:srgbClr val="1F497D"/>
                </a:solidFill>
              </a:rPr>
              <a:t>escala</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193263" y="1760267"/>
            <a:ext cx="5632030" cy="3693319"/>
          </a:xfrm>
          <a:prstGeom prst="rect">
            <a:avLst/>
          </a:prstGeom>
          <a:solidFill>
            <a:schemeClr val="bg1"/>
          </a:solidFill>
        </p:spPr>
        <p:txBody>
          <a:bodyPr wrap="square" rtlCol="0">
            <a:spAutoFit/>
          </a:bodyPr>
          <a:lstStyle/>
          <a:p>
            <a:pPr algn="just">
              <a:buFont typeface="Arial" panose="020B0604020202020204" pitchFamily="34" charset="0"/>
              <a:buChar char="•"/>
            </a:pPr>
            <a:r>
              <a:rPr lang="es-ES" b="1" i="0" dirty="0">
                <a:solidFill>
                  <a:srgbClr val="666666"/>
                </a:solidFill>
                <a:effectLst/>
                <a:highlight>
                  <a:srgbClr val="FFFFFF"/>
                </a:highlight>
                <a:latin typeface="Corbel" panose="020B0503020204020204" pitchFamily="34" charset="0"/>
              </a:rPr>
              <a:t>Rendimientos de escala constantes</a:t>
            </a:r>
            <a:r>
              <a:rPr lang="es-ES" b="0" i="0" dirty="0">
                <a:solidFill>
                  <a:srgbClr val="666666"/>
                </a:solidFill>
                <a:effectLst/>
                <a:highlight>
                  <a:srgbClr val="FFFFFF"/>
                </a:highlight>
                <a:latin typeface="Corbel" panose="020B0503020204020204" pitchFamily="34" charset="0"/>
              </a:rPr>
              <a:t>: </a:t>
            </a:r>
            <a:r>
              <a:rPr lang="es-ES" b="0" i="0" dirty="0">
                <a:solidFill>
                  <a:schemeClr val="tx1">
                    <a:lumMod val="75000"/>
                    <a:lumOff val="25000"/>
                  </a:schemeClr>
                </a:solidFill>
                <a:effectLst/>
                <a:highlight>
                  <a:srgbClr val="FFFFFF"/>
                </a:highlight>
                <a:latin typeface="Corbel" panose="020B0503020204020204" pitchFamily="34" charset="0"/>
              </a:rPr>
              <a:t>cuando el aumento de la producción es en la misma proporción que el aumento de los factores.</a:t>
            </a:r>
          </a:p>
          <a:p>
            <a:pPr algn="just">
              <a:buFont typeface="Arial" panose="020B0604020202020204" pitchFamily="34" charset="0"/>
              <a:buChar char="•"/>
            </a:pPr>
            <a:endParaRPr lang="es-ES" b="0" i="0" dirty="0">
              <a:solidFill>
                <a:schemeClr val="tx1">
                  <a:lumMod val="75000"/>
                  <a:lumOff val="25000"/>
                </a:schemeClr>
              </a:solidFill>
              <a:effectLst/>
              <a:highlight>
                <a:srgbClr val="FFFFFF"/>
              </a:highlight>
              <a:latin typeface="Corbel" panose="020B0503020204020204" pitchFamily="34" charset="0"/>
            </a:endParaRPr>
          </a:p>
          <a:p>
            <a:pPr algn="just">
              <a:buFont typeface="Arial" panose="020B0604020202020204" pitchFamily="34" charset="0"/>
              <a:buChar char="•"/>
            </a:pPr>
            <a:r>
              <a:rPr lang="es-ES" b="1" i="0" dirty="0">
                <a:solidFill>
                  <a:srgbClr val="FF0000"/>
                </a:solidFill>
                <a:effectLst/>
                <a:highlight>
                  <a:srgbClr val="FFFFFF"/>
                </a:highlight>
                <a:latin typeface="Corbel" panose="020B0503020204020204" pitchFamily="34" charset="0"/>
              </a:rPr>
              <a:t>Rendimientos de escala decrecientes</a:t>
            </a:r>
            <a:r>
              <a:rPr lang="es-ES" b="0" i="0" dirty="0">
                <a:solidFill>
                  <a:srgbClr val="666666"/>
                </a:solidFill>
                <a:effectLst/>
                <a:highlight>
                  <a:srgbClr val="FFFFFF"/>
                </a:highlight>
                <a:latin typeface="Corbel" panose="020B0503020204020204" pitchFamily="34" charset="0"/>
              </a:rPr>
              <a:t>: </a:t>
            </a:r>
            <a:r>
              <a:rPr lang="es-ES" b="0" i="0" dirty="0">
                <a:solidFill>
                  <a:schemeClr val="tx1">
                    <a:lumMod val="75000"/>
                    <a:lumOff val="25000"/>
                  </a:schemeClr>
                </a:solidFill>
                <a:effectLst/>
                <a:highlight>
                  <a:srgbClr val="FFFFFF"/>
                </a:highlight>
                <a:latin typeface="Corbel" panose="020B0503020204020204" pitchFamily="34" charset="0"/>
              </a:rPr>
              <a:t>cuando aumentando de forma equilibrada todos los factores, la producción se incrementa en menor proporción. También se le llama "deseconomías de escala".</a:t>
            </a:r>
          </a:p>
          <a:p>
            <a:pPr algn="just">
              <a:buFont typeface="Arial" panose="020B0604020202020204" pitchFamily="34" charset="0"/>
              <a:buChar char="•"/>
            </a:pPr>
            <a:endParaRPr lang="es-ES" b="0" i="0" dirty="0">
              <a:solidFill>
                <a:schemeClr val="tx1">
                  <a:lumMod val="75000"/>
                  <a:lumOff val="25000"/>
                </a:schemeClr>
              </a:solidFill>
              <a:effectLst/>
              <a:highlight>
                <a:srgbClr val="FFFFFF"/>
              </a:highlight>
              <a:latin typeface="Corbel" panose="020B0503020204020204" pitchFamily="34" charset="0"/>
            </a:endParaRPr>
          </a:p>
          <a:p>
            <a:pPr algn="just">
              <a:buFont typeface="Arial" panose="020B0604020202020204" pitchFamily="34" charset="0"/>
              <a:buChar char="•"/>
            </a:pPr>
            <a:r>
              <a:rPr lang="es-ES" b="1" i="0" dirty="0">
                <a:solidFill>
                  <a:srgbClr val="274E13"/>
                </a:solidFill>
                <a:effectLst/>
                <a:highlight>
                  <a:srgbClr val="FFFFFF"/>
                </a:highlight>
                <a:latin typeface="Corbel" panose="020B0503020204020204" pitchFamily="34" charset="0"/>
              </a:rPr>
              <a:t>Rendimientos de escala crecientes</a:t>
            </a:r>
            <a:r>
              <a:rPr lang="es-ES" b="0" i="0" dirty="0">
                <a:solidFill>
                  <a:srgbClr val="666666"/>
                </a:solidFill>
                <a:effectLst/>
                <a:highlight>
                  <a:srgbClr val="FFFFFF"/>
                </a:highlight>
                <a:latin typeface="Corbel" panose="020B0503020204020204" pitchFamily="34" charset="0"/>
              </a:rPr>
              <a:t>: </a:t>
            </a:r>
            <a:r>
              <a:rPr lang="es-ES" b="0" i="0" dirty="0">
                <a:solidFill>
                  <a:schemeClr val="tx1">
                    <a:lumMod val="75000"/>
                    <a:lumOff val="25000"/>
                  </a:schemeClr>
                </a:solidFill>
                <a:effectLst/>
                <a:highlight>
                  <a:srgbClr val="FFFFFF"/>
                </a:highlight>
                <a:latin typeface="Corbel" panose="020B0503020204020204" pitchFamily="34" charset="0"/>
              </a:rPr>
              <a:t>cuando al aumentar en una determinada proporción el uso de todos los factores, la producción se incrementa en mayor proporción. También se llama “economías de escala”.</a:t>
            </a: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285204"/>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600"/>
              </a:spcBef>
              <a:spcAft>
                <a:spcPts val="0"/>
              </a:spcAft>
              <a:buClr>
                <a:srgbClr val="4F81BD"/>
              </a:buClr>
              <a:buSzPct val="76000"/>
              <a:buFont typeface="Wingdings 3"/>
              <a:buNone/>
              <a:tabLst/>
              <a:defRPr/>
            </a:pPr>
            <a:endParaRPr kumimoji="0" lang="fr-FR" sz="26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pic>
        <p:nvPicPr>
          <p:cNvPr id="2" name="Picture 1">
            <a:extLst>
              <a:ext uri="{FF2B5EF4-FFF2-40B4-BE49-F238E27FC236}">
                <a16:creationId xmlns:a16="http://schemas.microsoft.com/office/drawing/2014/main" id="{E5B52CA1-D223-A32B-2359-C6E46B6C4062}"/>
              </a:ext>
            </a:extLst>
          </p:cNvPr>
          <p:cNvPicPr>
            <a:picLocks noChangeAspect="1"/>
          </p:cNvPicPr>
          <p:nvPr/>
        </p:nvPicPr>
        <p:blipFill>
          <a:blip r:embed="rId3"/>
          <a:stretch>
            <a:fillRect/>
          </a:stretch>
        </p:blipFill>
        <p:spPr>
          <a:xfrm>
            <a:off x="977314" y="1719504"/>
            <a:ext cx="4743450" cy="4184401"/>
          </a:xfrm>
          <a:prstGeom prst="rect">
            <a:avLst/>
          </a:prstGeom>
        </p:spPr>
      </p:pic>
    </p:spTree>
    <p:extLst>
      <p:ext uri="{BB962C8B-B14F-4D97-AF65-F5344CB8AC3E}">
        <p14:creationId xmlns:p14="http://schemas.microsoft.com/office/powerpoint/2010/main" val="271880301"/>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618-1E64-4BB6-1FBB-D5F8F1F99936}"/>
              </a:ext>
            </a:extLst>
          </p:cNvPr>
          <p:cNvSpPr>
            <a:spLocks noGrp="1"/>
          </p:cNvSpPr>
          <p:nvPr>
            <p:ph type="ctrTitle"/>
          </p:nvPr>
        </p:nvSpPr>
        <p:spPr/>
        <p:txBody>
          <a:bodyPr>
            <a:normAutofit/>
          </a:bodyPr>
          <a:lstStyle/>
          <a:p>
            <a:r>
              <a:rPr lang="en-US" sz="5400" b="1" dirty="0" err="1"/>
              <a:t>ejercicios</a:t>
            </a:r>
            <a:endParaRPr lang="en-US" sz="5400" b="1" dirty="0"/>
          </a:p>
        </p:txBody>
      </p:sp>
    </p:spTree>
    <p:extLst>
      <p:ext uri="{BB962C8B-B14F-4D97-AF65-F5344CB8AC3E}">
        <p14:creationId xmlns:p14="http://schemas.microsoft.com/office/powerpoint/2010/main" val="1850413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972422-B794-4FA8-BCC6-BAF6938A1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0" name="Rectangle 9">
            <a:extLst>
              <a:ext uri="{FF2B5EF4-FFF2-40B4-BE49-F238E27FC236}">
                <a16:creationId xmlns:a16="http://schemas.microsoft.com/office/drawing/2014/main" id="{89DE9E2B-5611-49C8-862E-AD4D43A8A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cxnSp>
        <p:nvCxnSpPr>
          <p:cNvPr id="12" name="Straight Connector 11">
            <a:extLst>
              <a:ext uri="{FF2B5EF4-FFF2-40B4-BE49-F238E27FC236}">
                <a16:creationId xmlns:a16="http://schemas.microsoft.com/office/drawing/2014/main" id="{5296EC4F-8732-481B-94CB-C98E4EF297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836869"/>
            <a:ext cx="0" cy="3184263"/>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19C7155-1644-4C60-B0B5-32B1800D6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75400"/>
            <a:ext cx="12195668" cy="48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7" name="Title 6">
            <a:extLst>
              <a:ext uri="{FF2B5EF4-FFF2-40B4-BE49-F238E27FC236}">
                <a16:creationId xmlns:a16="http://schemas.microsoft.com/office/drawing/2014/main" id="{E3B88604-D5C1-DD5C-0309-B0D54367BCA1}"/>
              </a:ext>
            </a:extLst>
          </p:cNvPr>
          <p:cNvSpPr>
            <a:spLocks noGrp="1"/>
          </p:cNvSpPr>
          <p:nvPr>
            <p:ph type="title"/>
          </p:nvPr>
        </p:nvSpPr>
        <p:spPr>
          <a:xfrm>
            <a:off x="742950" y="495240"/>
            <a:ext cx="10572750" cy="988627"/>
          </a:xfrm>
        </p:spPr>
        <p:txBody>
          <a:bodyPr>
            <a:normAutofit/>
          </a:bodyPr>
          <a:lstStyle/>
          <a:p>
            <a:r>
              <a:rPr lang="en-US" b="1" dirty="0" err="1">
                <a:solidFill>
                  <a:srgbClr val="1F497D"/>
                </a:solidFill>
              </a:rPr>
              <a:t>Ejercicios</a:t>
            </a:r>
            <a:endParaRPr lang="en-US" b="1" dirty="0">
              <a:solidFill>
                <a:srgbClr val="1F497D"/>
              </a:solidFill>
            </a:endParaRPr>
          </a:p>
        </p:txBody>
      </p:sp>
      <p:sp>
        <p:nvSpPr>
          <p:cNvPr id="6" name="TextBox 5">
            <a:extLst>
              <a:ext uri="{FF2B5EF4-FFF2-40B4-BE49-F238E27FC236}">
                <a16:creationId xmlns:a16="http://schemas.microsoft.com/office/drawing/2014/main" id="{DE646588-22C5-5E7B-8AEB-CFE250C9AD16}"/>
              </a:ext>
            </a:extLst>
          </p:cNvPr>
          <p:cNvSpPr txBox="1"/>
          <p:nvPr/>
        </p:nvSpPr>
        <p:spPr>
          <a:xfrm>
            <a:off x="2050659" y="1760267"/>
            <a:ext cx="7596554" cy="4332849"/>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9" name="TextBox 8">
            <a:extLst>
              <a:ext uri="{FF2B5EF4-FFF2-40B4-BE49-F238E27FC236}">
                <a16:creationId xmlns:a16="http://schemas.microsoft.com/office/drawing/2014/main" id="{1EB85B53-8129-B041-9289-275261E245DA}"/>
              </a:ext>
            </a:extLst>
          </p:cNvPr>
          <p:cNvSpPr txBox="1"/>
          <p:nvPr/>
        </p:nvSpPr>
        <p:spPr>
          <a:xfrm>
            <a:off x="6331370" y="1285204"/>
            <a:ext cx="5632030" cy="254264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sp>
        <p:nvSpPr>
          <p:cNvPr id="11" name="Content Placeholder 2">
            <a:extLst>
              <a:ext uri="{FF2B5EF4-FFF2-40B4-BE49-F238E27FC236}">
                <a16:creationId xmlns:a16="http://schemas.microsoft.com/office/drawing/2014/main" id="{8E1D0CD2-625D-BD4A-B0AD-81EB5764A550}"/>
              </a:ext>
            </a:extLst>
          </p:cNvPr>
          <p:cNvSpPr txBox="1">
            <a:spLocks/>
          </p:cNvSpPr>
          <p:nvPr/>
        </p:nvSpPr>
        <p:spPr>
          <a:xfrm>
            <a:off x="366707" y="1285204"/>
            <a:ext cx="11596693" cy="5101301"/>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s-ES" dirty="0" err="1">
                <a:solidFill>
                  <a:prstClr val="black"/>
                </a:solidFill>
                <a:latin typeface="Corbel" panose="020B0503020204020204"/>
              </a:rPr>
              <a:t>text</a:t>
            </a:r>
            <a:endParaRPr lang="fr-FR" dirty="0">
              <a:solidFill>
                <a:prstClr val="black"/>
              </a:solidFill>
              <a:latin typeface="Corbel" panose="020B0503020204020204"/>
            </a:endParaRPr>
          </a:p>
        </p:txBody>
      </p:sp>
    </p:spTree>
    <p:extLst>
      <p:ext uri="{BB962C8B-B14F-4D97-AF65-F5344CB8AC3E}">
        <p14:creationId xmlns:p14="http://schemas.microsoft.com/office/powerpoint/2010/main" val="1138470739"/>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D85A-0C94-4E1D-1717-1E99ED2465C9}"/>
              </a:ext>
            </a:extLst>
          </p:cNvPr>
          <p:cNvSpPr>
            <a:spLocks noGrp="1"/>
          </p:cNvSpPr>
          <p:nvPr>
            <p:ph type="title"/>
          </p:nvPr>
        </p:nvSpPr>
        <p:spPr/>
        <p:txBody>
          <a:bodyPr>
            <a:normAutofit/>
          </a:bodyPr>
          <a:lstStyle/>
          <a:p>
            <a:pPr algn="ctr"/>
            <a:r>
              <a:rPr lang="en-US" sz="4400" b="1" dirty="0" err="1"/>
              <a:t>Teoría</a:t>
            </a:r>
            <a:r>
              <a:rPr lang="en-US" sz="4400" b="1" dirty="0"/>
              <a:t> </a:t>
            </a:r>
            <a:r>
              <a:rPr lang="en-US" sz="4400" b="1" dirty="0" err="1"/>
              <a:t>Microeconómica</a:t>
            </a:r>
            <a:r>
              <a:rPr lang="en-US" sz="4400" b="1" dirty="0"/>
              <a:t> 1</a:t>
            </a:r>
            <a:endParaRPr lang="en-US" sz="4400" dirty="0"/>
          </a:p>
        </p:txBody>
      </p:sp>
      <p:sp>
        <p:nvSpPr>
          <p:cNvPr id="3" name="Content Placeholder 2">
            <a:extLst>
              <a:ext uri="{FF2B5EF4-FFF2-40B4-BE49-F238E27FC236}">
                <a16:creationId xmlns:a16="http://schemas.microsoft.com/office/drawing/2014/main" id="{1D9DF532-AADA-2DDE-ED2D-E339659E213C}"/>
              </a:ext>
            </a:extLst>
          </p:cNvPr>
          <p:cNvSpPr>
            <a:spLocks noGrp="1"/>
          </p:cNvSpPr>
          <p:nvPr>
            <p:ph idx="1"/>
          </p:nvPr>
        </p:nvSpPr>
        <p:spPr>
          <a:xfrm>
            <a:off x="1202919" y="2267712"/>
            <a:ext cx="9784080" cy="3950208"/>
          </a:xfrm>
        </p:spPr>
        <p:txBody>
          <a:bodyPr>
            <a:normAutofit/>
          </a:bodyPr>
          <a:lstStyle/>
          <a:p>
            <a:r>
              <a:rPr lang="en-US" sz="3800" b="1" dirty="0" err="1"/>
              <a:t>Próxima</a:t>
            </a:r>
            <a:r>
              <a:rPr lang="en-US" sz="3800" b="1" dirty="0"/>
              <a:t> </a:t>
            </a:r>
            <a:r>
              <a:rPr lang="en-US" sz="3800" b="1" dirty="0" err="1"/>
              <a:t>Clase</a:t>
            </a:r>
            <a:r>
              <a:rPr lang="en-US" sz="3800" b="1" dirty="0"/>
              <a:t>: </a:t>
            </a:r>
            <a:r>
              <a:rPr lang="en-US" sz="3800" b="1" dirty="0">
                <a:solidFill>
                  <a:srgbClr val="FFC000"/>
                </a:solidFill>
              </a:rPr>
              <a:t>15 de Julio</a:t>
            </a:r>
            <a:endParaRPr lang="en-US" sz="3800" dirty="0">
              <a:solidFill>
                <a:srgbClr val="FFC000"/>
              </a:solidFill>
            </a:endParaRPr>
          </a:p>
        </p:txBody>
      </p:sp>
    </p:spTree>
    <p:extLst>
      <p:ext uri="{BB962C8B-B14F-4D97-AF65-F5344CB8AC3E}">
        <p14:creationId xmlns:p14="http://schemas.microsoft.com/office/powerpoint/2010/main" val="14818676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11301</TotalTime>
  <Words>2369</Words>
  <Application>Microsoft Office PowerPoint</Application>
  <PresentationFormat>Widescreen</PresentationFormat>
  <Paragraphs>166</Paragraphs>
  <Slides>32</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Abadi</vt:lpstr>
      <vt:lpstr>Aptos</vt:lpstr>
      <vt:lpstr>Arial</vt:lpstr>
      <vt:lpstr>Cambria Math</vt:lpstr>
      <vt:lpstr>Corbel</vt:lpstr>
      <vt:lpstr>Palatino-Roman</vt:lpstr>
      <vt:lpstr>Wingdings</vt:lpstr>
      <vt:lpstr>Wingdings 3</vt:lpstr>
      <vt:lpstr>Banded</vt:lpstr>
      <vt:lpstr>La tecnología</vt:lpstr>
      <vt:lpstr>Clase pasada</vt:lpstr>
      <vt:lpstr>Temas a desarrollar</vt:lpstr>
      <vt:lpstr>Introducción</vt:lpstr>
      <vt:lpstr>Introducción</vt:lpstr>
      <vt:lpstr>Los factores y los productos</vt:lpstr>
      <vt:lpstr>Los factores y los productos</vt:lpstr>
      <vt:lpstr>Restricciones tecnológicas</vt:lpstr>
      <vt:lpstr>Restricciones tecnológicas</vt:lpstr>
      <vt:lpstr>Restricciones tecnológicas</vt:lpstr>
      <vt:lpstr>Restricciones tecnológicas</vt:lpstr>
      <vt:lpstr>Tecnología – Proporciones fijas</vt:lpstr>
      <vt:lpstr>Tecnología – sustitutos perfectos</vt:lpstr>
      <vt:lpstr>Tecnología – cobb douglas</vt:lpstr>
      <vt:lpstr>Propiedades de la función de producción</vt:lpstr>
      <vt:lpstr>Propiedades de la función de producción</vt:lpstr>
      <vt:lpstr>Relación técnica de sustitución</vt:lpstr>
      <vt:lpstr>producto marginal decreciente</vt:lpstr>
      <vt:lpstr>producto marginal decreciente</vt:lpstr>
      <vt:lpstr>Relación tecnica de sustitución decreciente</vt:lpstr>
      <vt:lpstr>Relación tecnica de sustitución decreciente</vt:lpstr>
      <vt:lpstr>El corto plazo y el largo plazo</vt:lpstr>
      <vt:lpstr>El corto plazo y el largo plazo</vt:lpstr>
      <vt:lpstr>Los rendimientos de escala</vt:lpstr>
      <vt:lpstr>Los rendimientos de escala</vt:lpstr>
      <vt:lpstr>Los rendimientos de escala</vt:lpstr>
      <vt:lpstr>Los rendimientos de escala</vt:lpstr>
      <vt:lpstr>Los rendimientos de escala</vt:lpstr>
      <vt:lpstr>Los rendimientos de escala</vt:lpstr>
      <vt:lpstr>ejercicios</vt:lpstr>
      <vt:lpstr>Ejercicios</vt:lpstr>
      <vt:lpstr>Teoría Microeconómica 1</vt:lpstr>
    </vt:vector>
  </TitlesOfParts>
  <Company>BCRD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la MaximizaciÓn de la utilidad a la demanda</dc:title>
  <dc:creator>Jessica Aloi Rodriguez</dc:creator>
  <cp:lastModifiedBy>Jessica Aloi Rodriguez</cp:lastModifiedBy>
  <cp:revision>42</cp:revision>
  <dcterms:created xsi:type="dcterms:W3CDTF">2024-05-22T13:25:52Z</dcterms:created>
  <dcterms:modified xsi:type="dcterms:W3CDTF">2024-07-10T20:45:27Z</dcterms:modified>
</cp:coreProperties>
</file>