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1"/>
  </p:notesMasterIdLst>
  <p:sldIdLst>
    <p:sldId id="423" r:id="rId2"/>
    <p:sldId id="460" r:id="rId3"/>
    <p:sldId id="456" r:id="rId4"/>
    <p:sldId id="461" r:id="rId5"/>
    <p:sldId id="475" r:id="rId6"/>
    <p:sldId id="483" r:id="rId7"/>
    <p:sldId id="482" r:id="rId8"/>
    <p:sldId id="481" r:id="rId9"/>
    <p:sldId id="480" r:id="rId10"/>
    <p:sldId id="484" r:id="rId11"/>
    <p:sldId id="478" r:id="rId12"/>
    <p:sldId id="477" r:id="rId13"/>
    <p:sldId id="493" r:id="rId14"/>
    <p:sldId id="492" r:id="rId15"/>
    <p:sldId id="491" r:id="rId16"/>
    <p:sldId id="490" r:id="rId17"/>
    <p:sldId id="487" r:id="rId18"/>
    <p:sldId id="489" r:id="rId19"/>
    <p:sldId id="25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A39157-D83E-47B9-952B-1EC17591DAC4}" v="1352" dt="2024-07-24T13:55:42.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8" autoAdjust="0"/>
    <p:restoredTop sz="94681"/>
  </p:normalViewPr>
  <p:slideViewPr>
    <p:cSldViewPr snapToGrid="0">
      <p:cViewPr varScale="1">
        <p:scale>
          <a:sx n="101" d="100"/>
          <a:sy n="101" d="100"/>
        </p:scale>
        <p:origin x="600"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Aloi Rodriguez" userId="1fdb1b46-f6a3-4e1f-970c-8ca1e3dce219" providerId="ADAL" clId="{35D2D8C8-F9F6-416E-AF7E-9D03E042F21F}"/>
    <pc:docChg chg="modSld">
      <pc:chgData name="Jessica Aloi Rodriguez" userId="1fdb1b46-f6a3-4e1f-970c-8ca1e3dce219" providerId="ADAL" clId="{35D2D8C8-F9F6-416E-AF7E-9D03E042F21F}" dt="2024-07-17T22:50:40.213" v="1" actId="20577"/>
      <pc:docMkLst>
        <pc:docMk/>
      </pc:docMkLst>
      <pc:sldChg chg="modSp">
        <pc:chgData name="Jessica Aloi Rodriguez" userId="1fdb1b46-f6a3-4e1f-970c-8ca1e3dce219" providerId="ADAL" clId="{35D2D8C8-F9F6-416E-AF7E-9D03E042F21F}" dt="2024-07-17T22:50:40.213" v="1" actId="20577"/>
        <pc:sldMkLst>
          <pc:docMk/>
          <pc:sldMk cId="447928617" sldId="491"/>
        </pc:sldMkLst>
        <pc:spChg chg="mod">
          <ac:chgData name="Jessica Aloi Rodriguez" userId="1fdb1b46-f6a3-4e1f-970c-8ca1e3dce219" providerId="ADAL" clId="{35D2D8C8-F9F6-416E-AF7E-9D03E042F21F}" dt="2024-07-17T22:50:40.213" v="1" actId="20577"/>
          <ac:spMkLst>
            <pc:docMk/>
            <pc:sldMk cId="447928617" sldId="491"/>
            <ac:spMk id="2" creationId="{AE545717-1E68-644D-327B-804C14E49689}"/>
          </ac:spMkLst>
        </pc:spChg>
      </pc:sldChg>
    </pc:docChg>
  </pc:docChgLst>
  <pc:docChgLst>
    <pc:chgData name="Jessica Aloi Rodriguez" userId="1fdb1b46-f6a3-4e1f-970c-8ca1e3dce219" providerId="ADAL" clId="{1DA39157-D83E-47B9-952B-1EC17591DAC4}"/>
    <pc:docChg chg="undo redo custSel addSld delSld modSld sldOrd">
      <pc:chgData name="Jessica Aloi Rodriguez" userId="1fdb1b46-f6a3-4e1f-970c-8ca1e3dce219" providerId="ADAL" clId="{1DA39157-D83E-47B9-952B-1EC17591DAC4}" dt="2024-07-24T14:05:06.014" v="6183" actId="1035"/>
      <pc:docMkLst>
        <pc:docMk/>
      </pc:docMkLst>
      <pc:sldChg chg="modSp mod">
        <pc:chgData name="Jessica Aloi Rodriguez" userId="1fdb1b46-f6a3-4e1f-970c-8ca1e3dce219" providerId="ADAL" clId="{1DA39157-D83E-47B9-952B-1EC17591DAC4}" dt="2024-07-23T14:22:27.013" v="4425" actId="20577"/>
        <pc:sldMkLst>
          <pc:docMk/>
          <pc:sldMk cId="1481867651" sldId="258"/>
        </pc:sldMkLst>
        <pc:spChg chg="mod">
          <ac:chgData name="Jessica Aloi Rodriguez" userId="1fdb1b46-f6a3-4e1f-970c-8ca1e3dce219" providerId="ADAL" clId="{1DA39157-D83E-47B9-952B-1EC17591DAC4}" dt="2024-07-23T14:22:27.013" v="4425" actId="20577"/>
          <ac:spMkLst>
            <pc:docMk/>
            <pc:sldMk cId="1481867651" sldId="258"/>
            <ac:spMk id="3" creationId="{1D9DF532-AADA-2DDE-ED2D-E339659E213C}"/>
          </ac:spMkLst>
        </pc:spChg>
      </pc:sldChg>
      <pc:sldChg chg="modSp mod">
        <pc:chgData name="Jessica Aloi Rodriguez" userId="1fdb1b46-f6a3-4e1f-970c-8ca1e3dce219" providerId="ADAL" clId="{1DA39157-D83E-47B9-952B-1EC17591DAC4}" dt="2024-07-18T20:20:33.173" v="3146" actId="20577"/>
        <pc:sldMkLst>
          <pc:docMk/>
          <pc:sldMk cId="2549507071" sldId="423"/>
        </pc:sldMkLst>
        <pc:spChg chg="mod">
          <ac:chgData name="Jessica Aloi Rodriguez" userId="1fdb1b46-f6a3-4e1f-970c-8ca1e3dce219" providerId="ADAL" clId="{1DA39157-D83E-47B9-952B-1EC17591DAC4}" dt="2024-07-18T20:20:33.173" v="3146" actId="20577"/>
          <ac:spMkLst>
            <pc:docMk/>
            <pc:sldMk cId="2549507071" sldId="423"/>
            <ac:spMk id="2" creationId="{E8584618-1E64-4BB6-1FBB-D5F8F1F99936}"/>
          </ac:spMkLst>
        </pc:spChg>
      </pc:sldChg>
      <pc:sldChg chg="addSp delSp modSp mod modShow">
        <pc:chgData name="Jessica Aloi Rodriguez" userId="1fdb1b46-f6a3-4e1f-970c-8ca1e3dce219" providerId="ADAL" clId="{1DA39157-D83E-47B9-952B-1EC17591DAC4}" dt="2024-07-23T17:03:37.882" v="5255"/>
        <pc:sldMkLst>
          <pc:docMk/>
          <pc:sldMk cId="1408453391" sldId="456"/>
        </pc:sldMkLst>
        <pc:spChg chg="del">
          <ac:chgData name="Jessica Aloi Rodriguez" userId="1fdb1b46-f6a3-4e1f-970c-8ca1e3dce219" providerId="ADAL" clId="{1DA39157-D83E-47B9-952B-1EC17591DAC4}" dt="2024-07-15T16:59:49.590" v="32" actId="478"/>
          <ac:spMkLst>
            <pc:docMk/>
            <pc:sldMk cId="1408453391" sldId="456"/>
            <ac:spMk id="2" creationId="{AE545717-1E68-644D-327B-804C14E49689}"/>
          </ac:spMkLst>
        </pc:spChg>
        <pc:spChg chg="add mod">
          <ac:chgData name="Jessica Aloi Rodriguez" userId="1fdb1b46-f6a3-4e1f-970c-8ca1e3dce219" providerId="ADAL" clId="{1DA39157-D83E-47B9-952B-1EC17591DAC4}" dt="2024-07-23T17:03:37.882" v="5255"/>
          <ac:spMkLst>
            <pc:docMk/>
            <pc:sldMk cId="1408453391" sldId="456"/>
            <ac:spMk id="3" creationId="{FC67AAE0-DE31-E221-9028-36CC771882C9}"/>
          </ac:spMkLst>
        </pc:spChg>
        <pc:spChg chg="mod">
          <ac:chgData name="Jessica Aloi Rodriguez" userId="1fdb1b46-f6a3-4e1f-970c-8ca1e3dce219" providerId="ADAL" clId="{1DA39157-D83E-47B9-952B-1EC17591DAC4}" dt="2024-07-18T20:20:48.621" v="3169" actId="20577"/>
          <ac:spMkLst>
            <pc:docMk/>
            <pc:sldMk cId="1408453391" sldId="456"/>
            <ac:spMk id="7" creationId="{E3B88604-D5C1-DD5C-0309-B0D54367BCA1}"/>
          </ac:spMkLst>
        </pc:spChg>
      </pc:sldChg>
      <pc:sldChg chg="modSp mod ord">
        <pc:chgData name="Jessica Aloi Rodriguez" userId="1fdb1b46-f6a3-4e1f-970c-8ca1e3dce219" providerId="ADAL" clId="{1DA39157-D83E-47B9-952B-1EC17591DAC4}" dt="2024-07-18T20:20:43.822" v="3149"/>
        <pc:sldMkLst>
          <pc:docMk/>
          <pc:sldMk cId="4252641500" sldId="460"/>
        </pc:sldMkLst>
        <pc:spChg chg="mod">
          <ac:chgData name="Jessica Aloi Rodriguez" userId="1fdb1b46-f6a3-4e1f-970c-8ca1e3dce219" providerId="ADAL" clId="{1DA39157-D83E-47B9-952B-1EC17591DAC4}" dt="2024-07-15T20:33:13.403" v="1560" actId="20577"/>
          <ac:spMkLst>
            <pc:docMk/>
            <pc:sldMk cId="4252641500" sldId="460"/>
            <ac:spMk id="2" creationId="{AE545717-1E68-644D-327B-804C14E49689}"/>
          </ac:spMkLst>
        </pc:spChg>
        <pc:spChg chg="mod">
          <ac:chgData name="Jessica Aloi Rodriguez" userId="1fdb1b46-f6a3-4e1f-970c-8ca1e3dce219" providerId="ADAL" clId="{1DA39157-D83E-47B9-952B-1EC17591DAC4}" dt="2024-07-18T20:20:42.385" v="3147"/>
          <ac:spMkLst>
            <pc:docMk/>
            <pc:sldMk cId="4252641500" sldId="460"/>
            <ac:spMk id="7" creationId="{E3B88604-D5C1-DD5C-0309-B0D54367BCA1}"/>
          </ac:spMkLst>
        </pc:spChg>
      </pc:sldChg>
      <pc:sldChg chg="modSp mod">
        <pc:chgData name="Jessica Aloi Rodriguez" userId="1fdb1b46-f6a3-4e1f-970c-8ca1e3dce219" providerId="ADAL" clId="{1DA39157-D83E-47B9-952B-1EC17591DAC4}" dt="2024-07-18T20:23:41.926" v="3425" actId="14100"/>
        <pc:sldMkLst>
          <pc:docMk/>
          <pc:sldMk cId="191642369" sldId="461"/>
        </pc:sldMkLst>
        <pc:spChg chg="mod">
          <ac:chgData name="Jessica Aloi Rodriguez" userId="1fdb1b46-f6a3-4e1f-970c-8ca1e3dce219" providerId="ADAL" clId="{1DA39157-D83E-47B9-952B-1EC17591DAC4}" dt="2024-07-18T20:23:41.926" v="3425" actId="14100"/>
          <ac:spMkLst>
            <pc:docMk/>
            <pc:sldMk cId="191642369" sldId="461"/>
            <ac:spMk id="2" creationId="{AE545717-1E68-644D-327B-804C14E49689}"/>
          </ac:spMkLst>
        </pc:spChg>
      </pc:sldChg>
      <pc:sldChg chg="del">
        <pc:chgData name="Jessica Aloi Rodriguez" userId="1fdb1b46-f6a3-4e1f-970c-8ca1e3dce219" providerId="ADAL" clId="{1DA39157-D83E-47B9-952B-1EC17591DAC4}" dt="2024-07-15T17:00:10.659" v="56" actId="47"/>
        <pc:sldMkLst>
          <pc:docMk/>
          <pc:sldMk cId="1245463443" sldId="464"/>
        </pc:sldMkLst>
      </pc:sldChg>
      <pc:sldChg chg="del">
        <pc:chgData name="Jessica Aloi Rodriguez" userId="1fdb1b46-f6a3-4e1f-970c-8ca1e3dce219" providerId="ADAL" clId="{1DA39157-D83E-47B9-952B-1EC17591DAC4}" dt="2024-07-15T17:00:08.961" v="53" actId="47"/>
        <pc:sldMkLst>
          <pc:docMk/>
          <pc:sldMk cId="1184709136" sldId="465"/>
        </pc:sldMkLst>
      </pc:sldChg>
      <pc:sldChg chg="del">
        <pc:chgData name="Jessica Aloi Rodriguez" userId="1fdb1b46-f6a3-4e1f-970c-8ca1e3dce219" providerId="ADAL" clId="{1DA39157-D83E-47B9-952B-1EC17591DAC4}" dt="2024-07-15T17:00:08.002" v="51" actId="47"/>
        <pc:sldMkLst>
          <pc:docMk/>
          <pc:sldMk cId="2393578314" sldId="466"/>
        </pc:sldMkLst>
      </pc:sldChg>
      <pc:sldChg chg="del">
        <pc:chgData name="Jessica Aloi Rodriguez" userId="1fdb1b46-f6a3-4e1f-970c-8ca1e3dce219" providerId="ADAL" clId="{1DA39157-D83E-47B9-952B-1EC17591DAC4}" dt="2024-07-15T17:00:08.333" v="52" actId="47"/>
        <pc:sldMkLst>
          <pc:docMk/>
          <pc:sldMk cId="2605126667" sldId="467"/>
        </pc:sldMkLst>
      </pc:sldChg>
      <pc:sldChg chg="del">
        <pc:chgData name="Jessica Aloi Rodriguez" userId="1fdb1b46-f6a3-4e1f-970c-8ca1e3dce219" providerId="ADAL" clId="{1DA39157-D83E-47B9-952B-1EC17591DAC4}" dt="2024-07-15T17:00:07.577" v="50" actId="47"/>
        <pc:sldMkLst>
          <pc:docMk/>
          <pc:sldMk cId="3802976791" sldId="469"/>
        </pc:sldMkLst>
      </pc:sldChg>
      <pc:sldChg chg="del">
        <pc:chgData name="Jessica Aloi Rodriguez" userId="1fdb1b46-f6a3-4e1f-970c-8ca1e3dce219" providerId="ADAL" clId="{1DA39157-D83E-47B9-952B-1EC17591DAC4}" dt="2024-07-15T17:00:07.184" v="49" actId="47"/>
        <pc:sldMkLst>
          <pc:docMk/>
          <pc:sldMk cId="2961830716" sldId="470"/>
        </pc:sldMkLst>
      </pc:sldChg>
      <pc:sldChg chg="del">
        <pc:chgData name="Jessica Aloi Rodriguez" userId="1fdb1b46-f6a3-4e1f-970c-8ca1e3dce219" providerId="ADAL" clId="{1DA39157-D83E-47B9-952B-1EC17591DAC4}" dt="2024-07-15T17:00:05.993" v="46" actId="47"/>
        <pc:sldMkLst>
          <pc:docMk/>
          <pc:sldMk cId="2444069030" sldId="471"/>
        </pc:sldMkLst>
      </pc:sldChg>
      <pc:sldChg chg="del">
        <pc:chgData name="Jessica Aloi Rodriguez" userId="1fdb1b46-f6a3-4e1f-970c-8ca1e3dce219" providerId="ADAL" clId="{1DA39157-D83E-47B9-952B-1EC17591DAC4}" dt="2024-07-15T17:00:06.775" v="48" actId="47"/>
        <pc:sldMkLst>
          <pc:docMk/>
          <pc:sldMk cId="2013875239" sldId="472"/>
        </pc:sldMkLst>
      </pc:sldChg>
      <pc:sldChg chg="del">
        <pc:chgData name="Jessica Aloi Rodriguez" userId="1fdb1b46-f6a3-4e1f-970c-8ca1e3dce219" providerId="ADAL" clId="{1DA39157-D83E-47B9-952B-1EC17591DAC4}" dt="2024-07-15T17:00:06.287" v="47" actId="47"/>
        <pc:sldMkLst>
          <pc:docMk/>
          <pc:sldMk cId="166339007" sldId="473"/>
        </pc:sldMkLst>
      </pc:sldChg>
      <pc:sldChg chg="del">
        <pc:chgData name="Jessica Aloi Rodriguez" userId="1fdb1b46-f6a3-4e1f-970c-8ca1e3dce219" providerId="ADAL" clId="{1DA39157-D83E-47B9-952B-1EC17591DAC4}" dt="2024-07-15T17:00:04.005" v="45" actId="47"/>
        <pc:sldMkLst>
          <pc:docMk/>
          <pc:sldMk cId="2109171855" sldId="474"/>
        </pc:sldMkLst>
      </pc:sldChg>
      <pc:sldChg chg="addSp delSp modSp mod">
        <pc:chgData name="Jessica Aloi Rodriguez" userId="1fdb1b46-f6a3-4e1f-970c-8ca1e3dce219" providerId="ADAL" clId="{1DA39157-D83E-47B9-952B-1EC17591DAC4}" dt="2024-07-24T13:45:43.725" v="5916" actId="313"/>
        <pc:sldMkLst>
          <pc:docMk/>
          <pc:sldMk cId="1077781580" sldId="475"/>
        </pc:sldMkLst>
        <pc:spChg chg="mod">
          <ac:chgData name="Jessica Aloi Rodriguez" userId="1fdb1b46-f6a3-4e1f-970c-8ca1e3dce219" providerId="ADAL" clId="{1DA39157-D83E-47B9-952B-1EC17591DAC4}" dt="2024-07-24T13:45:43.725" v="5916" actId="313"/>
          <ac:spMkLst>
            <pc:docMk/>
            <pc:sldMk cId="1077781580" sldId="475"/>
            <ac:spMk id="2" creationId="{AE545717-1E68-644D-327B-804C14E49689}"/>
          </ac:spMkLst>
        </pc:spChg>
        <pc:spChg chg="mod">
          <ac:chgData name="Jessica Aloi Rodriguez" userId="1fdb1b46-f6a3-4e1f-970c-8ca1e3dce219" providerId="ADAL" clId="{1DA39157-D83E-47B9-952B-1EC17591DAC4}" dt="2024-07-23T16:00:32.677" v="4926" actId="20577"/>
          <ac:spMkLst>
            <pc:docMk/>
            <pc:sldMk cId="1077781580" sldId="475"/>
            <ac:spMk id="7" creationId="{E3B88604-D5C1-DD5C-0309-B0D54367BCA1}"/>
          </ac:spMkLst>
        </pc:spChg>
        <pc:picChg chg="add del mod">
          <ac:chgData name="Jessica Aloi Rodriguez" userId="1fdb1b46-f6a3-4e1f-970c-8ca1e3dce219" providerId="ADAL" clId="{1DA39157-D83E-47B9-952B-1EC17591DAC4}" dt="2024-07-18T20:21:12.833" v="3193" actId="478"/>
          <ac:picMkLst>
            <pc:docMk/>
            <pc:sldMk cId="1077781580" sldId="475"/>
            <ac:picMk id="4" creationId="{832BB240-7709-AE7A-6E85-B4D4065D2681}"/>
          </ac:picMkLst>
        </pc:picChg>
      </pc:sldChg>
      <pc:sldChg chg="addSp modSp add del mod">
        <pc:chgData name="Jessica Aloi Rodriguez" userId="1fdb1b46-f6a3-4e1f-970c-8ca1e3dce219" providerId="ADAL" clId="{1DA39157-D83E-47B9-952B-1EC17591DAC4}" dt="2024-07-18T20:21:16.308" v="3196" actId="47"/>
        <pc:sldMkLst>
          <pc:docMk/>
          <pc:sldMk cId="538709233" sldId="476"/>
        </pc:sldMkLst>
        <pc:spChg chg="mod">
          <ac:chgData name="Jessica Aloi Rodriguez" userId="1fdb1b46-f6a3-4e1f-970c-8ca1e3dce219" providerId="ADAL" clId="{1DA39157-D83E-47B9-952B-1EC17591DAC4}" dt="2024-07-15T19:56:00.386" v="854" actId="1076"/>
          <ac:spMkLst>
            <pc:docMk/>
            <pc:sldMk cId="538709233" sldId="476"/>
            <ac:spMk id="2" creationId="{AE545717-1E68-644D-327B-804C14E49689}"/>
          </ac:spMkLst>
        </pc:spChg>
        <pc:spChg chg="mod">
          <ac:chgData name="Jessica Aloi Rodriguez" userId="1fdb1b46-f6a3-4e1f-970c-8ca1e3dce219" providerId="ADAL" clId="{1DA39157-D83E-47B9-952B-1EC17591DAC4}" dt="2024-07-15T17:37:10.898" v="640"/>
          <ac:spMkLst>
            <pc:docMk/>
            <pc:sldMk cId="538709233" sldId="476"/>
            <ac:spMk id="7" creationId="{E3B88604-D5C1-DD5C-0309-B0D54367BCA1}"/>
          </ac:spMkLst>
        </pc:spChg>
        <pc:picChg chg="add mod">
          <ac:chgData name="Jessica Aloi Rodriguez" userId="1fdb1b46-f6a3-4e1f-970c-8ca1e3dce219" providerId="ADAL" clId="{1DA39157-D83E-47B9-952B-1EC17591DAC4}" dt="2024-07-15T17:37:30.496" v="643"/>
          <ac:picMkLst>
            <pc:docMk/>
            <pc:sldMk cId="538709233" sldId="476"/>
            <ac:picMk id="3" creationId="{1FA77880-5965-22CF-595F-DC355ADB4DFD}"/>
          </ac:picMkLst>
        </pc:picChg>
      </pc:sldChg>
      <pc:sldChg chg="del">
        <pc:chgData name="Jessica Aloi Rodriguez" userId="1fdb1b46-f6a3-4e1f-970c-8ca1e3dce219" providerId="ADAL" clId="{1DA39157-D83E-47B9-952B-1EC17591DAC4}" dt="2024-07-15T17:00:09.480" v="54" actId="47"/>
        <pc:sldMkLst>
          <pc:docMk/>
          <pc:sldMk cId="2254126890" sldId="476"/>
        </pc:sldMkLst>
      </pc:sldChg>
      <pc:sldChg chg="add del">
        <pc:chgData name="Jessica Aloi Rodriguez" userId="1fdb1b46-f6a3-4e1f-970c-8ca1e3dce219" providerId="ADAL" clId="{1DA39157-D83E-47B9-952B-1EC17591DAC4}" dt="2024-07-23T16:00:08.868" v="4919" actId="47"/>
        <pc:sldMkLst>
          <pc:docMk/>
          <pc:sldMk cId="2779058822" sldId="476"/>
        </pc:sldMkLst>
      </pc:sldChg>
      <pc:sldChg chg="modSp add mod">
        <pc:chgData name="Jessica Aloi Rodriguez" userId="1fdb1b46-f6a3-4e1f-970c-8ca1e3dce219" providerId="ADAL" clId="{1DA39157-D83E-47B9-952B-1EC17591DAC4}" dt="2024-07-24T14:05:06.014" v="6183" actId="1035"/>
        <pc:sldMkLst>
          <pc:docMk/>
          <pc:sldMk cId="106797826" sldId="477"/>
        </pc:sldMkLst>
        <pc:spChg chg="mod">
          <ac:chgData name="Jessica Aloi Rodriguez" userId="1fdb1b46-f6a3-4e1f-970c-8ca1e3dce219" providerId="ADAL" clId="{1DA39157-D83E-47B9-952B-1EC17591DAC4}" dt="2024-07-24T14:05:06.014" v="6183" actId="1035"/>
          <ac:spMkLst>
            <pc:docMk/>
            <pc:sldMk cId="106797826" sldId="477"/>
            <ac:spMk id="2" creationId="{AE545717-1E68-644D-327B-804C14E49689}"/>
          </ac:spMkLst>
        </pc:spChg>
        <pc:spChg chg="mod">
          <ac:chgData name="Jessica Aloi Rodriguez" userId="1fdb1b46-f6a3-4e1f-970c-8ca1e3dce219" providerId="ADAL" clId="{1DA39157-D83E-47B9-952B-1EC17591DAC4}" dt="2024-07-23T16:00:56.495" v="4938" actId="20577"/>
          <ac:spMkLst>
            <pc:docMk/>
            <pc:sldMk cId="106797826" sldId="477"/>
            <ac:spMk id="7" creationId="{E3B88604-D5C1-DD5C-0309-B0D54367BCA1}"/>
          </ac:spMkLst>
        </pc:spChg>
      </pc:sldChg>
      <pc:sldChg chg="del">
        <pc:chgData name="Jessica Aloi Rodriguez" userId="1fdb1b46-f6a3-4e1f-970c-8ca1e3dce219" providerId="ADAL" clId="{1DA39157-D83E-47B9-952B-1EC17591DAC4}" dt="2024-07-15T17:00:10.102" v="55" actId="47"/>
        <pc:sldMkLst>
          <pc:docMk/>
          <pc:sldMk cId="716603183" sldId="477"/>
        </pc:sldMkLst>
      </pc:sldChg>
      <pc:sldChg chg="addSp modSp add del mod">
        <pc:chgData name="Jessica Aloi Rodriguez" userId="1fdb1b46-f6a3-4e1f-970c-8ca1e3dce219" providerId="ADAL" clId="{1DA39157-D83E-47B9-952B-1EC17591DAC4}" dt="2024-07-18T20:21:15.915" v="3195" actId="47"/>
        <pc:sldMkLst>
          <pc:docMk/>
          <pc:sldMk cId="1544291911" sldId="477"/>
        </pc:sldMkLst>
        <pc:spChg chg="mod">
          <ac:chgData name="Jessica Aloi Rodriguez" userId="1fdb1b46-f6a3-4e1f-970c-8ca1e3dce219" providerId="ADAL" clId="{1DA39157-D83E-47B9-952B-1EC17591DAC4}" dt="2024-07-15T17:34:58.188" v="637" actId="113"/>
          <ac:spMkLst>
            <pc:docMk/>
            <pc:sldMk cId="1544291911" sldId="477"/>
            <ac:spMk id="2" creationId="{AE545717-1E68-644D-327B-804C14E49689}"/>
          </ac:spMkLst>
        </pc:spChg>
        <pc:spChg chg="mod">
          <ac:chgData name="Jessica Aloi Rodriguez" userId="1fdb1b46-f6a3-4e1f-970c-8ca1e3dce219" providerId="ADAL" clId="{1DA39157-D83E-47B9-952B-1EC17591DAC4}" dt="2024-07-15T17:27:50.748" v="588"/>
          <ac:spMkLst>
            <pc:docMk/>
            <pc:sldMk cId="1544291911" sldId="477"/>
            <ac:spMk id="7" creationId="{E3B88604-D5C1-DD5C-0309-B0D54367BCA1}"/>
          </ac:spMkLst>
        </pc:spChg>
        <pc:picChg chg="add mod">
          <ac:chgData name="Jessica Aloi Rodriguez" userId="1fdb1b46-f6a3-4e1f-970c-8ca1e3dce219" providerId="ADAL" clId="{1DA39157-D83E-47B9-952B-1EC17591DAC4}" dt="2024-07-15T17:32:56.204" v="599"/>
          <ac:picMkLst>
            <pc:docMk/>
            <pc:sldMk cId="1544291911" sldId="477"/>
            <ac:picMk id="3" creationId="{1331E683-4B89-C3B1-D287-DD9087C38793}"/>
          </ac:picMkLst>
        </pc:picChg>
        <pc:picChg chg="add mod">
          <ac:chgData name="Jessica Aloi Rodriguez" userId="1fdb1b46-f6a3-4e1f-970c-8ca1e3dce219" providerId="ADAL" clId="{1DA39157-D83E-47B9-952B-1EC17591DAC4}" dt="2024-07-15T17:35:18.773" v="639" actId="1076"/>
          <ac:picMkLst>
            <pc:docMk/>
            <pc:sldMk cId="1544291911" sldId="477"/>
            <ac:picMk id="5" creationId="{0375AD5A-F938-97CA-9071-703A0DB0C7CD}"/>
          </ac:picMkLst>
        </pc:picChg>
      </pc:sldChg>
      <pc:sldChg chg="addSp modSp mod ord modAnim">
        <pc:chgData name="Jessica Aloi Rodriguez" userId="1fdb1b46-f6a3-4e1f-970c-8ca1e3dce219" providerId="ADAL" clId="{1DA39157-D83E-47B9-952B-1EC17591DAC4}" dt="2024-07-24T13:55:42.964" v="5959"/>
        <pc:sldMkLst>
          <pc:docMk/>
          <pc:sldMk cId="968415956" sldId="478"/>
        </pc:sldMkLst>
        <pc:spChg chg="mod">
          <ac:chgData name="Jessica Aloi Rodriguez" userId="1fdb1b46-f6a3-4e1f-970c-8ca1e3dce219" providerId="ADAL" clId="{1DA39157-D83E-47B9-952B-1EC17591DAC4}" dt="2024-07-24T13:54:48.076" v="5954" actId="1035"/>
          <ac:spMkLst>
            <pc:docMk/>
            <pc:sldMk cId="968415956" sldId="478"/>
            <ac:spMk id="6" creationId="{DE646588-22C5-5E7B-8AEB-CFE250C9AD16}"/>
          </ac:spMkLst>
        </pc:spChg>
        <pc:spChg chg="mod">
          <ac:chgData name="Jessica Aloi Rodriguez" userId="1fdb1b46-f6a3-4e1f-970c-8ca1e3dce219" providerId="ADAL" clId="{1DA39157-D83E-47B9-952B-1EC17591DAC4}" dt="2024-07-24T13:55:39.714" v="5958" actId="164"/>
          <ac:spMkLst>
            <pc:docMk/>
            <pc:sldMk cId="968415956" sldId="478"/>
            <ac:spMk id="9" creationId="{3931F199-EF62-6CB7-2DA9-EF8996344B29}"/>
          </ac:spMkLst>
        </pc:spChg>
        <pc:spChg chg="mod">
          <ac:chgData name="Jessica Aloi Rodriguez" userId="1fdb1b46-f6a3-4e1f-970c-8ca1e3dce219" providerId="ADAL" clId="{1DA39157-D83E-47B9-952B-1EC17591DAC4}" dt="2024-07-24T13:55:13.424" v="5956" actId="164"/>
          <ac:spMkLst>
            <pc:docMk/>
            <pc:sldMk cId="968415956" sldId="478"/>
            <ac:spMk id="32" creationId="{167ED745-F2B6-6177-F191-0330C3643041}"/>
          </ac:spMkLst>
        </pc:spChg>
        <pc:spChg chg="mod">
          <ac:chgData name="Jessica Aloi Rodriguez" userId="1fdb1b46-f6a3-4e1f-970c-8ca1e3dce219" providerId="ADAL" clId="{1DA39157-D83E-47B9-952B-1EC17591DAC4}" dt="2024-07-24T13:55:13.424" v="5956" actId="164"/>
          <ac:spMkLst>
            <pc:docMk/>
            <pc:sldMk cId="968415956" sldId="478"/>
            <ac:spMk id="33" creationId="{5785D6EB-6313-0C0E-BD55-40A4C3178E24}"/>
          </ac:spMkLst>
        </pc:spChg>
        <pc:grpChg chg="add mod">
          <ac:chgData name="Jessica Aloi Rodriguez" userId="1fdb1b46-f6a3-4e1f-970c-8ca1e3dce219" providerId="ADAL" clId="{1DA39157-D83E-47B9-952B-1EC17591DAC4}" dt="2024-07-24T13:55:39.714" v="5958" actId="164"/>
          <ac:grpSpMkLst>
            <pc:docMk/>
            <pc:sldMk cId="968415956" sldId="478"/>
            <ac:grpSpMk id="5" creationId="{CEA4830D-4706-42D4-A334-AB9F527EF3C9}"/>
          </ac:grpSpMkLst>
        </pc:grpChg>
        <pc:grpChg chg="mod">
          <ac:chgData name="Jessica Aloi Rodriguez" userId="1fdb1b46-f6a3-4e1f-970c-8ca1e3dce219" providerId="ADAL" clId="{1DA39157-D83E-47B9-952B-1EC17591DAC4}" dt="2024-07-24T13:55:13.424" v="5956" actId="164"/>
          <ac:grpSpMkLst>
            <pc:docMk/>
            <pc:sldMk cId="968415956" sldId="478"/>
            <ac:grpSpMk id="11" creationId="{FBC70788-5EF3-81A6-FA23-CC9A75138547}"/>
          </ac:grpSpMkLst>
        </pc:grpChg>
        <pc:grpChg chg="add mod">
          <ac:chgData name="Jessica Aloi Rodriguez" userId="1fdb1b46-f6a3-4e1f-970c-8ca1e3dce219" providerId="ADAL" clId="{1DA39157-D83E-47B9-952B-1EC17591DAC4}" dt="2024-07-24T13:55:39.714" v="5958" actId="164"/>
          <ac:grpSpMkLst>
            <pc:docMk/>
            <pc:sldMk cId="968415956" sldId="478"/>
            <ac:grpSpMk id="23" creationId="{6133A6F3-366B-9BD3-4DEE-1F08E8B4E7C7}"/>
          </ac:grpSpMkLst>
        </pc:grpChg>
      </pc:sldChg>
      <pc:sldChg chg="addSp delSp modSp add del mod ord modAnim modShow">
        <pc:chgData name="Jessica Aloi Rodriguez" userId="1fdb1b46-f6a3-4e1f-970c-8ca1e3dce219" providerId="ADAL" clId="{1DA39157-D83E-47B9-952B-1EC17591DAC4}" dt="2024-07-23T19:34:32.515" v="5908" actId="2696"/>
        <pc:sldMkLst>
          <pc:docMk/>
          <pc:sldMk cId="1255584985" sldId="478"/>
        </pc:sldMkLst>
        <pc:spChg chg="mod">
          <ac:chgData name="Jessica Aloi Rodriguez" userId="1fdb1b46-f6a3-4e1f-970c-8ca1e3dce219" providerId="ADAL" clId="{1DA39157-D83E-47B9-952B-1EC17591DAC4}" dt="2024-07-23T19:19:16.029" v="5872" actId="1076"/>
          <ac:spMkLst>
            <pc:docMk/>
            <pc:sldMk cId="1255584985" sldId="478"/>
            <ac:spMk id="2" creationId="{AE545717-1E68-644D-327B-804C14E49689}"/>
          </ac:spMkLst>
        </pc:spChg>
        <pc:spChg chg="add mod">
          <ac:chgData name="Jessica Aloi Rodriguez" userId="1fdb1b46-f6a3-4e1f-970c-8ca1e3dce219" providerId="ADAL" clId="{1DA39157-D83E-47B9-952B-1EC17591DAC4}" dt="2024-07-23T19:14:56.361" v="5788" actId="14100"/>
          <ac:spMkLst>
            <pc:docMk/>
            <pc:sldMk cId="1255584985" sldId="478"/>
            <ac:spMk id="3" creationId="{FC04D66B-0FCF-B55D-2436-F8CB1AA3212A}"/>
          </ac:spMkLst>
        </pc:spChg>
        <pc:spChg chg="add mod">
          <ac:chgData name="Jessica Aloi Rodriguez" userId="1fdb1b46-f6a3-4e1f-970c-8ca1e3dce219" providerId="ADAL" clId="{1DA39157-D83E-47B9-952B-1EC17591DAC4}" dt="2024-07-23T19:14:52.829" v="5787" actId="1076"/>
          <ac:spMkLst>
            <pc:docMk/>
            <pc:sldMk cId="1255584985" sldId="478"/>
            <ac:spMk id="4" creationId="{A1F6286C-F3A1-C201-F448-40F4F2917C6C}"/>
          </ac:spMkLst>
        </pc:spChg>
        <pc:spChg chg="mod">
          <ac:chgData name="Jessica Aloi Rodriguez" userId="1fdb1b46-f6a3-4e1f-970c-8ca1e3dce219" providerId="ADAL" clId="{1DA39157-D83E-47B9-952B-1EC17591DAC4}" dt="2024-07-23T19:20:09.986" v="5881" actId="1076"/>
          <ac:spMkLst>
            <pc:docMk/>
            <pc:sldMk cId="1255584985" sldId="478"/>
            <ac:spMk id="6" creationId="{DE646588-22C5-5E7B-8AEB-CFE250C9AD16}"/>
          </ac:spMkLst>
        </pc:spChg>
        <pc:spChg chg="mod">
          <ac:chgData name="Jessica Aloi Rodriguez" userId="1fdb1b46-f6a3-4e1f-970c-8ca1e3dce219" providerId="ADAL" clId="{1DA39157-D83E-47B9-952B-1EC17591DAC4}" dt="2024-07-23T17:17:43.448" v="5393" actId="20577"/>
          <ac:spMkLst>
            <pc:docMk/>
            <pc:sldMk cId="1255584985" sldId="478"/>
            <ac:spMk id="7" creationId="{E3B88604-D5C1-DD5C-0309-B0D54367BCA1}"/>
          </ac:spMkLst>
        </pc:spChg>
        <pc:spChg chg="mod topLvl">
          <ac:chgData name="Jessica Aloi Rodriguez" userId="1fdb1b46-f6a3-4e1f-970c-8ca1e3dce219" providerId="ADAL" clId="{1DA39157-D83E-47B9-952B-1EC17591DAC4}" dt="2024-07-23T19:19:23.803" v="5874" actId="688"/>
          <ac:spMkLst>
            <pc:docMk/>
            <pc:sldMk cId="1255584985" sldId="478"/>
            <ac:spMk id="9" creationId="{3931F199-EF62-6CB7-2DA9-EF8996344B29}"/>
          </ac:spMkLst>
        </pc:spChg>
        <pc:spChg chg="mod">
          <ac:chgData name="Jessica Aloi Rodriguez" userId="1fdb1b46-f6a3-4e1f-970c-8ca1e3dce219" providerId="ADAL" clId="{1DA39157-D83E-47B9-952B-1EC17591DAC4}" dt="2024-07-23T19:17:36.311" v="5843" actId="404"/>
          <ac:spMkLst>
            <pc:docMk/>
            <pc:sldMk cId="1255584985" sldId="478"/>
            <ac:spMk id="13" creationId="{63039EA3-8AE3-999F-E948-18A9162B0A00}"/>
          </ac:spMkLst>
        </pc:spChg>
        <pc:spChg chg="mod">
          <ac:chgData name="Jessica Aloi Rodriguez" userId="1fdb1b46-f6a3-4e1f-970c-8ca1e3dce219" providerId="ADAL" clId="{1DA39157-D83E-47B9-952B-1EC17591DAC4}" dt="2024-07-23T19:16:22.883" v="5802" actId="20577"/>
          <ac:spMkLst>
            <pc:docMk/>
            <pc:sldMk cId="1255584985" sldId="478"/>
            <ac:spMk id="15" creationId="{E05F16C3-1952-815C-73D6-514211E22A08}"/>
          </ac:spMkLst>
        </pc:spChg>
        <pc:spChg chg="mod">
          <ac:chgData name="Jessica Aloi Rodriguez" userId="1fdb1b46-f6a3-4e1f-970c-8ca1e3dce219" providerId="ADAL" clId="{1DA39157-D83E-47B9-952B-1EC17591DAC4}" dt="2024-07-23T19:19:39.727" v="5877" actId="113"/>
          <ac:spMkLst>
            <pc:docMk/>
            <pc:sldMk cId="1255584985" sldId="478"/>
            <ac:spMk id="20" creationId="{8257EEFE-869F-4A07-E9CA-467807EDEB09}"/>
          </ac:spMkLst>
        </pc:spChg>
        <pc:spChg chg="mod">
          <ac:chgData name="Jessica Aloi Rodriguez" userId="1fdb1b46-f6a3-4e1f-970c-8ca1e3dce219" providerId="ADAL" clId="{1DA39157-D83E-47B9-952B-1EC17591DAC4}" dt="2024-07-23T19:18:42.378" v="5868" actId="1076"/>
          <ac:spMkLst>
            <pc:docMk/>
            <pc:sldMk cId="1255584985" sldId="478"/>
            <ac:spMk id="21" creationId="{E30037EE-0E87-7CF1-24CE-6B8954A0F17B}"/>
          </ac:spMkLst>
        </pc:spChg>
        <pc:spChg chg="mod">
          <ac:chgData name="Jessica Aloi Rodriguez" userId="1fdb1b46-f6a3-4e1f-970c-8ca1e3dce219" providerId="ADAL" clId="{1DA39157-D83E-47B9-952B-1EC17591DAC4}" dt="2024-07-23T19:18:36.363" v="5867" actId="20577"/>
          <ac:spMkLst>
            <pc:docMk/>
            <pc:sldMk cId="1255584985" sldId="478"/>
            <ac:spMk id="22" creationId="{82944224-F801-3A35-9386-8B52CE6E690D}"/>
          </ac:spMkLst>
        </pc:spChg>
        <pc:spChg chg="mod">
          <ac:chgData name="Jessica Aloi Rodriguez" userId="1fdb1b46-f6a3-4e1f-970c-8ca1e3dce219" providerId="ADAL" clId="{1DA39157-D83E-47B9-952B-1EC17591DAC4}" dt="2024-07-23T19:16:18.330" v="5801" actId="165"/>
          <ac:spMkLst>
            <pc:docMk/>
            <pc:sldMk cId="1255584985" sldId="478"/>
            <ac:spMk id="25" creationId="{89DFEC53-CF9A-F89B-4FA0-D3D78EC1C974}"/>
          </ac:spMkLst>
        </pc:spChg>
        <pc:spChg chg="del mod">
          <ac:chgData name="Jessica Aloi Rodriguez" userId="1fdb1b46-f6a3-4e1f-970c-8ca1e3dce219" providerId="ADAL" clId="{1DA39157-D83E-47B9-952B-1EC17591DAC4}" dt="2024-07-23T19:23:39.451" v="5901" actId="478"/>
          <ac:spMkLst>
            <pc:docMk/>
            <pc:sldMk cId="1255584985" sldId="478"/>
            <ac:spMk id="26" creationId="{A1BC3C52-DBA5-77FF-9461-44DAACF88865}"/>
          </ac:spMkLst>
        </pc:spChg>
        <pc:spChg chg="add del mod">
          <ac:chgData name="Jessica Aloi Rodriguez" userId="1fdb1b46-f6a3-4e1f-970c-8ca1e3dce219" providerId="ADAL" clId="{1DA39157-D83E-47B9-952B-1EC17591DAC4}" dt="2024-07-23T19:20:21.607" v="5884" actId="478"/>
          <ac:spMkLst>
            <pc:docMk/>
            <pc:sldMk cId="1255584985" sldId="478"/>
            <ac:spMk id="29" creationId="{0E40AEAA-C9A1-88FD-5459-A97BC550F0D4}"/>
          </ac:spMkLst>
        </pc:spChg>
        <pc:spChg chg="add del">
          <ac:chgData name="Jessica Aloi Rodriguez" userId="1fdb1b46-f6a3-4e1f-970c-8ca1e3dce219" providerId="ADAL" clId="{1DA39157-D83E-47B9-952B-1EC17591DAC4}" dt="2024-07-23T19:20:57.683" v="5886" actId="478"/>
          <ac:spMkLst>
            <pc:docMk/>
            <pc:sldMk cId="1255584985" sldId="478"/>
            <ac:spMk id="30" creationId="{44969979-04AA-B46E-A65A-B3FDCA6D995A}"/>
          </ac:spMkLst>
        </pc:spChg>
        <pc:spChg chg="add del mod">
          <ac:chgData name="Jessica Aloi Rodriguez" userId="1fdb1b46-f6a3-4e1f-970c-8ca1e3dce219" providerId="ADAL" clId="{1DA39157-D83E-47B9-952B-1EC17591DAC4}" dt="2024-07-23T19:22:20.757" v="5890" actId="478"/>
          <ac:spMkLst>
            <pc:docMk/>
            <pc:sldMk cId="1255584985" sldId="478"/>
            <ac:spMk id="31" creationId="{2A1E3CEF-F84F-0EF8-CB6F-C007DD00BC6C}"/>
          </ac:spMkLst>
        </pc:spChg>
        <pc:spChg chg="add mod">
          <ac:chgData name="Jessica Aloi Rodriguez" userId="1fdb1b46-f6a3-4e1f-970c-8ca1e3dce219" providerId="ADAL" clId="{1DA39157-D83E-47B9-952B-1EC17591DAC4}" dt="2024-07-23T19:22:53.529" v="5894" actId="208"/>
          <ac:spMkLst>
            <pc:docMk/>
            <pc:sldMk cId="1255584985" sldId="478"/>
            <ac:spMk id="32" creationId="{167ED745-F2B6-6177-F191-0330C3643041}"/>
          </ac:spMkLst>
        </pc:spChg>
        <pc:spChg chg="add mod">
          <ac:chgData name="Jessica Aloi Rodriguez" userId="1fdb1b46-f6a3-4e1f-970c-8ca1e3dce219" providerId="ADAL" clId="{1DA39157-D83E-47B9-952B-1EC17591DAC4}" dt="2024-07-23T19:23:04.484" v="5898" actId="20577"/>
          <ac:spMkLst>
            <pc:docMk/>
            <pc:sldMk cId="1255584985" sldId="478"/>
            <ac:spMk id="33" creationId="{5785D6EB-6313-0C0E-BD55-40A4C3178E24}"/>
          </ac:spMkLst>
        </pc:spChg>
        <pc:grpChg chg="add del mod">
          <ac:chgData name="Jessica Aloi Rodriguez" userId="1fdb1b46-f6a3-4e1f-970c-8ca1e3dce219" providerId="ADAL" clId="{1DA39157-D83E-47B9-952B-1EC17591DAC4}" dt="2024-07-23T19:16:18.330" v="5801" actId="165"/>
          <ac:grpSpMkLst>
            <pc:docMk/>
            <pc:sldMk cId="1255584985" sldId="478"/>
            <ac:grpSpMk id="5" creationId="{D376353C-4F26-6C27-44AD-8254D819BD55}"/>
          </ac:grpSpMkLst>
        </pc:grpChg>
        <pc:grpChg chg="mod topLvl">
          <ac:chgData name="Jessica Aloi Rodriguez" userId="1fdb1b46-f6a3-4e1f-970c-8ca1e3dce219" providerId="ADAL" clId="{1DA39157-D83E-47B9-952B-1EC17591DAC4}" dt="2024-07-23T19:16:18.330" v="5801" actId="165"/>
          <ac:grpSpMkLst>
            <pc:docMk/>
            <pc:sldMk cId="1255584985" sldId="478"/>
            <ac:grpSpMk id="11" creationId="{FBC70788-5EF3-81A6-FA23-CC9A75138547}"/>
          </ac:grpSpMkLst>
        </pc:grpChg>
        <pc:cxnChg chg="mod">
          <ac:chgData name="Jessica Aloi Rodriguez" userId="1fdb1b46-f6a3-4e1f-970c-8ca1e3dce219" providerId="ADAL" clId="{1DA39157-D83E-47B9-952B-1EC17591DAC4}" dt="2024-07-23T19:25:44.090" v="5903" actId="208"/>
          <ac:cxnSpMkLst>
            <pc:docMk/>
            <pc:sldMk cId="1255584985" sldId="478"/>
            <ac:cxnSpMk id="16" creationId="{6D84A646-0A16-769A-9711-3BCC60F2BC42}"/>
          </ac:cxnSpMkLst>
        </pc:cxnChg>
        <pc:cxnChg chg="mod">
          <ac:chgData name="Jessica Aloi Rodriguez" userId="1fdb1b46-f6a3-4e1f-970c-8ca1e3dce219" providerId="ADAL" clId="{1DA39157-D83E-47B9-952B-1EC17591DAC4}" dt="2024-07-23T19:25:41.781" v="5902" actId="208"/>
          <ac:cxnSpMkLst>
            <pc:docMk/>
            <pc:sldMk cId="1255584985" sldId="478"/>
            <ac:cxnSpMk id="17" creationId="{2470AA72-C043-1D14-ED5D-41903DCDB34C}"/>
          </ac:cxnSpMkLst>
        </pc:cxnChg>
        <pc:cxnChg chg="mod">
          <ac:chgData name="Jessica Aloi Rodriguez" userId="1fdb1b46-f6a3-4e1f-970c-8ca1e3dce219" providerId="ADAL" clId="{1DA39157-D83E-47B9-952B-1EC17591DAC4}" dt="2024-07-23T19:16:18.330" v="5801" actId="165"/>
          <ac:cxnSpMkLst>
            <pc:docMk/>
            <pc:sldMk cId="1255584985" sldId="478"/>
            <ac:cxnSpMk id="18" creationId="{C4734264-C756-B316-1581-AFFFE253BF75}"/>
          </ac:cxnSpMkLst>
        </pc:cxnChg>
        <pc:cxnChg chg="mod">
          <ac:chgData name="Jessica Aloi Rodriguez" userId="1fdb1b46-f6a3-4e1f-970c-8ca1e3dce219" providerId="ADAL" clId="{1DA39157-D83E-47B9-952B-1EC17591DAC4}" dt="2024-07-23T19:18:14.339" v="5846" actId="1076"/>
          <ac:cxnSpMkLst>
            <pc:docMk/>
            <pc:sldMk cId="1255584985" sldId="478"/>
            <ac:cxnSpMk id="19" creationId="{251155DD-99E3-99CC-C10A-7563FD9B616C}"/>
          </ac:cxnSpMkLst>
        </pc:cxnChg>
        <pc:cxnChg chg="del mod">
          <ac:chgData name="Jessica Aloi Rodriguez" userId="1fdb1b46-f6a3-4e1f-970c-8ca1e3dce219" providerId="ADAL" clId="{1DA39157-D83E-47B9-952B-1EC17591DAC4}" dt="2024-07-23T19:23:28.626" v="5900" actId="478"/>
          <ac:cxnSpMkLst>
            <pc:docMk/>
            <pc:sldMk cId="1255584985" sldId="478"/>
            <ac:cxnSpMk id="23" creationId="{0A0EAFFE-EBB3-F065-914D-4AEC47CCC61E}"/>
          </ac:cxnSpMkLst>
        </pc:cxnChg>
        <pc:cxnChg chg="del mod">
          <ac:chgData name="Jessica Aloi Rodriguez" userId="1fdb1b46-f6a3-4e1f-970c-8ca1e3dce219" providerId="ADAL" clId="{1DA39157-D83E-47B9-952B-1EC17591DAC4}" dt="2024-07-23T19:23:25.146" v="5899" actId="478"/>
          <ac:cxnSpMkLst>
            <pc:docMk/>
            <pc:sldMk cId="1255584985" sldId="478"/>
            <ac:cxnSpMk id="24" creationId="{2ACB9C28-A812-DC7F-F9D4-7C6A0DAAA8EF}"/>
          </ac:cxnSpMkLst>
        </pc:cxnChg>
      </pc:sldChg>
      <pc:sldChg chg="addSp delSp modSp add del mod delAnim modAnim">
        <pc:chgData name="Jessica Aloi Rodriguez" userId="1fdb1b46-f6a3-4e1f-970c-8ca1e3dce219" providerId="ADAL" clId="{1DA39157-D83E-47B9-952B-1EC17591DAC4}" dt="2024-07-18T20:21:15.255" v="3194" actId="47"/>
        <pc:sldMkLst>
          <pc:docMk/>
          <pc:sldMk cId="3197059820" sldId="478"/>
        </pc:sldMkLst>
        <pc:spChg chg="mod">
          <ac:chgData name="Jessica Aloi Rodriguez" userId="1fdb1b46-f6a3-4e1f-970c-8ca1e3dce219" providerId="ADAL" clId="{1DA39157-D83E-47B9-952B-1EC17591DAC4}" dt="2024-07-15T17:23:09.552" v="484" actId="20577"/>
          <ac:spMkLst>
            <pc:docMk/>
            <pc:sldMk cId="3197059820" sldId="478"/>
            <ac:spMk id="2" creationId="{AE545717-1E68-644D-327B-804C14E49689}"/>
          </ac:spMkLst>
        </pc:spChg>
        <pc:spChg chg="mod">
          <ac:chgData name="Jessica Aloi Rodriguez" userId="1fdb1b46-f6a3-4e1f-970c-8ca1e3dce219" providerId="ADAL" clId="{1DA39157-D83E-47B9-952B-1EC17591DAC4}" dt="2024-07-15T17:13:21.995" v="268"/>
          <ac:spMkLst>
            <pc:docMk/>
            <pc:sldMk cId="3197059820" sldId="478"/>
            <ac:spMk id="7" creationId="{E3B88604-D5C1-DD5C-0309-B0D54367BCA1}"/>
          </ac:spMkLst>
        </pc:spChg>
        <pc:spChg chg="add del mod">
          <ac:chgData name="Jessica Aloi Rodriguez" userId="1fdb1b46-f6a3-4e1f-970c-8ca1e3dce219" providerId="ADAL" clId="{1DA39157-D83E-47B9-952B-1EC17591DAC4}" dt="2024-07-15T17:32:44.412" v="598" actId="478"/>
          <ac:spMkLst>
            <pc:docMk/>
            <pc:sldMk cId="3197059820" sldId="478"/>
            <ac:spMk id="13" creationId="{C45CD56D-860F-D6AA-5E04-F70063E93036}"/>
          </ac:spMkLst>
        </pc:spChg>
        <pc:picChg chg="add mod modCrop">
          <ac:chgData name="Jessica Aloi Rodriguez" userId="1fdb1b46-f6a3-4e1f-970c-8ca1e3dce219" providerId="ADAL" clId="{1DA39157-D83E-47B9-952B-1EC17591DAC4}" dt="2024-07-15T17:23:52.781" v="488" actId="1076"/>
          <ac:picMkLst>
            <pc:docMk/>
            <pc:sldMk cId="3197059820" sldId="478"/>
            <ac:picMk id="4" creationId="{7A12603F-E079-CDC0-CCE5-A49D8D405803}"/>
          </ac:picMkLst>
        </pc:picChg>
        <pc:cxnChg chg="add del mod">
          <ac:chgData name="Jessica Aloi Rodriguez" userId="1fdb1b46-f6a3-4e1f-970c-8ca1e3dce219" providerId="ADAL" clId="{1DA39157-D83E-47B9-952B-1EC17591DAC4}" dt="2024-07-15T17:32:41.438" v="597" actId="478"/>
          <ac:cxnSpMkLst>
            <pc:docMk/>
            <pc:sldMk cId="3197059820" sldId="478"/>
            <ac:cxnSpMk id="9" creationId="{EBBAEE62-2A96-B851-A1C1-5BF9075A63DC}"/>
          </ac:cxnSpMkLst>
        </pc:cxnChg>
      </pc:sldChg>
      <pc:sldChg chg="addSp delSp add del setBg delDesignElem">
        <pc:chgData name="Jessica Aloi Rodriguez" userId="1fdb1b46-f6a3-4e1f-970c-8ca1e3dce219" providerId="ADAL" clId="{1DA39157-D83E-47B9-952B-1EC17591DAC4}" dt="2024-07-23T19:34:38.885" v="5912"/>
        <pc:sldMkLst>
          <pc:docMk/>
          <pc:sldMk cId="3949496525" sldId="478"/>
        </pc:sldMkLst>
        <pc:spChg chg="add del">
          <ac:chgData name="Jessica Aloi Rodriguez" userId="1fdb1b46-f6a3-4e1f-970c-8ca1e3dce219" providerId="ADAL" clId="{1DA39157-D83E-47B9-952B-1EC17591DAC4}" dt="2024-07-23T19:34:38.885" v="5912"/>
          <ac:spMkLst>
            <pc:docMk/>
            <pc:sldMk cId="3949496525" sldId="478"/>
            <ac:spMk id="8" creationId="{CB972422-B794-4FA8-BCC6-BAF6938A1B53}"/>
          </ac:spMkLst>
        </pc:spChg>
        <pc:spChg chg="add del">
          <ac:chgData name="Jessica Aloi Rodriguez" userId="1fdb1b46-f6a3-4e1f-970c-8ca1e3dce219" providerId="ADAL" clId="{1DA39157-D83E-47B9-952B-1EC17591DAC4}" dt="2024-07-23T19:34:38.885" v="5912"/>
          <ac:spMkLst>
            <pc:docMk/>
            <pc:sldMk cId="3949496525" sldId="478"/>
            <ac:spMk id="10" creationId="{89DE9E2B-5611-49C8-862E-AD4D43A8AA6D}"/>
          </ac:spMkLst>
        </pc:spChg>
        <pc:spChg chg="add del">
          <ac:chgData name="Jessica Aloi Rodriguez" userId="1fdb1b46-f6a3-4e1f-970c-8ca1e3dce219" providerId="ADAL" clId="{1DA39157-D83E-47B9-952B-1EC17591DAC4}" dt="2024-07-23T19:34:38.885" v="5912"/>
          <ac:spMkLst>
            <pc:docMk/>
            <pc:sldMk cId="3949496525" sldId="478"/>
            <ac:spMk id="14" creationId="{519C7155-1644-4C60-B0B5-32B1800D6044}"/>
          </ac:spMkLst>
        </pc:spChg>
        <pc:cxnChg chg="add del">
          <ac:chgData name="Jessica Aloi Rodriguez" userId="1fdb1b46-f6a3-4e1f-970c-8ca1e3dce219" providerId="ADAL" clId="{1DA39157-D83E-47B9-952B-1EC17591DAC4}" dt="2024-07-23T19:34:38.885" v="5912"/>
          <ac:cxnSpMkLst>
            <pc:docMk/>
            <pc:sldMk cId="3949496525" sldId="478"/>
            <ac:cxnSpMk id="12" creationId="{5296EC4F-8732-481B-94CB-C98E4EF297FF}"/>
          </ac:cxnSpMkLst>
        </pc:cxnChg>
      </pc:sldChg>
      <pc:sldChg chg="addSp delSp modSp add del mod delDesignElem chgLayout">
        <pc:chgData name="Jessica Aloi Rodriguez" userId="1fdb1b46-f6a3-4e1f-970c-8ca1e3dce219" providerId="ADAL" clId="{1DA39157-D83E-47B9-952B-1EC17591DAC4}" dt="2024-07-18T20:21:17.519" v="3199" actId="47"/>
        <pc:sldMkLst>
          <pc:docMk/>
          <pc:sldMk cId="370553814" sldId="479"/>
        </pc:sldMkLst>
        <pc:spChg chg="mod">
          <ac:chgData name="Jessica Aloi Rodriguez" userId="1fdb1b46-f6a3-4e1f-970c-8ca1e3dce219" providerId="ADAL" clId="{1DA39157-D83E-47B9-952B-1EC17591DAC4}" dt="2024-07-15T20:10:13.658" v="1186" actId="113"/>
          <ac:spMkLst>
            <pc:docMk/>
            <pc:sldMk cId="370553814" sldId="479"/>
            <ac:spMk id="2" creationId="{AE545717-1E68-644D-327B-804C14E49689}"/>
          </ac:spMkLst>
        </pc:spChg>
        <pc:spChg chg="mod ord">
          <ac:chgData name="Jessica Aloi Rodriguez" userId="1fdb1b46-f6a3-4e1f-970c-8ca1e3dce219" providerId="ADAL" clId="{1DA39157-D83E-47B9-952B-1EC17591DAC4}" dt="2024-07-15T20:09:25.478" v="1166" actId="20577"/>
          <ac:spMkLst>
            <pc:docMk/>
            <pc:sldMk cId="370553814" sldId="479"/>
            <ac:spMk id="7" creationId="{E3B88604-D5C1-DD5C-0309-B0D54367BCA1}"/>
          </ac:spMkLst>
        </pc:spChg>
        <pc:spChg chg="add del">
          <ac:chgData name="Jessica Aloi Rodriguez" userId="1fdb1b46-f6a3-4e1f-970c-8ca1e3dce219" providerId="ADAL" clId="{1DA39157-D83E-47B9-952B-1EC17591DAC4}" dt="2024-07-15T17:31:18.198" v="596" actId="700"/>
          <ac:spMkLst>
            <pc:docMk/>
            <pc:sldMk cId="370553814" sldId="479"/>
            <ac:spMk id="8" creationId="{CB972422-B794-4FA8-BCC6-BAF6938A1B53}"/>
          </ac:spMkLst>
        </pc:spChg>
        <pc:spChg chg="add del">
          <ac:chgData name="Jessica Aloi Rodriguez" userId="1fdb1b46-f6a3-4e1f-970c-8ca1e3dce219" providerId="ADAL" clId="{1DA39157-D83E-47B9-952B-1EC17591DAC4}" dt="2024-07-15T17:31:18.198" v="596" actId="700"/>
          <ac:spMkLst>
            <pc:docMk/>
            <pc:sldMk cId="370553814" sldId="479"/>
            <ac:spMk id="10" creationId="{89DE9E2B-5611-49C8-862E-AD4D43A8AA6D}"/>
          </ac:spMkLst>
        </pc:spChg>
        <pc:spChg chg="add del">
          <ac:chgData name="Jessica Aloi Rodriguez" userId="1fdb1b46-f6a3-4e1f-970c-8ca1e3dce219" providerId="ADAL" clId="{1DA39157-D83E-47B9-952B-1EC17591DAC4}" dt="2024-07-15T17:31:18.198" v="596" actId="700"/>
          <ac:spMkLst>
            <pc:docMk/>
            <pc:sldMk cId="370553814" sldId="479"/>
            <ac:spMk id="14" creationId="{519C7155-1644-4C60-B0B5-32B1800D6044}"/>
          </ac:spMkLst>
        </pc:spChg>
        <pc:cxnChg chg="add del">
          <ac:chgData name="Jessica Aloi Rodriguez" userId="1fdb1b46-f6a3-4e1f-970c-8ca1e3dce219" providerId="ADAL" clId="{1DA39157-D83E-47B9-952B-1EC17591DAC4}" dt="2024-07-15T17:31:18.198" v="596" actId="700"/>
          <ac:cxnSpMkLst>
            <pc:docMk/>
            <pc:sldMk cId="370553814" sldId="479"/>
            <ac:cxnSpMk id="12" creationId="{5296EC4F-8732-481B-94CB-C98E4EF297FF}"/>
          </ac:cxnSpMkLst>
        </pc:cxnChg>
      </pc:sldChg>
      <pc:sldChg chg="add del">
        <pc:chgData name="Jessica Aloi Rodriguez" userId="1fdb1b46-f6a3-4e1f-970c-8ca1e3dce219" providerId="ADAL" clId="{1DA39157-D83E-47B9-952B-1EC17591DAC4}" dt="2024-07-15T17:04:40.206" v="130" actId="47"/>
        <pc:sldMkLst>
          <pc:docMk/>
          <pc:sldMk cId="743532266" sldId="479"/>
        </pc:sldMkLst>
      </pc:sldChg>
      <pc:sldChg chg="addSp add del mod modShow">
        <pc:chgData name="Jessica Aloi Rodriguez" userId="1fdb1b46-f6a3-4e1f-970c-8ca1e3dce219" providerId="ADAL" clId="{1DA39157-D83E-47B9-952B-1EC17591DAC4}" dt="2024-07-23T19:26:21.095" v="5906" actId="47"/>
        <pc:sldMkLst>
          <pc:docMk/>
          <pc:sldMk cId="3101853291" sldId="479"/>
        </pc:sldMkLst>
        <pc:picChg chg="add">
          <ac:chgData name="Jessica Aloi Rodriguez" userId="1fdb1b46-f6a3-4e1f-970c-8ca1e3dce219" providerId="ADAL" clId="{1DA39157-D83E-47B9-952B-1EC17591DAC4}" dt="2024-07-23T15:02:46.764" v="4428" actId="22"/>
          <ac:picMkLst>
            <pc:docMk/>
            <pc:sldMk cId="3101853291" sldId="479"/>
            <ac:picMk id="4" creationId="{72C9BC58-2C3D-009A-C8FA-F76F4B21C3B0}"/>
          </ac:picMkLst>
        </pc:picChg>
      </pc:sldChg>
      <pc:sldChg chg="modSp add del mod ord">
        <pc:chgData name="Jessica Aloi Rodriguez" userId="1fdb1b46-f6a3-4e1f-970c-8ca1e3dce219" providerId="ADAL" clId="{1DA39157-D83E-47B9-952B-1EC17591DAC4}" dt="2024-07-18T20:21:19.722" v="3203" actId="47"/>
        <pc:sldMkLst>
          <pc:docMk/>
          <pc:sldMk cId="1273690028" sldId="480"/>
        </pc:sldMkLst>
        <pc:spChg chg="mod">
          <ac:chgData name="Jessica Aloi Rodriguez" userId="1fdb1b46-f6a3-4e1f-970c-8ca1e3dce219" providerId="ADAL" clId="{1DA39157-D83E-47B9-952B-1EC17591DAC4}" dt="2024-07-16T20:26:06.649" v="1875" actId="113"/>
          <ac:spMkLst>
            <pc:docMk/>
            <pc:sldMk cId="1273690028" sldId="480"/>
            <ac:spMk id="2" creationId="{AE545717-1E68-644D-327B-804C14E49689}"/>
          </ac:spMkLst>
        </pc:spChg>
        <pc:spChg chg="mod">
          <ac:chgData name="Jessica Aloi Rodriguez" userId="1fdb1b46-f6a3-4e1f-970c-8ca1e3dce219" providerId="ADAL" clId="{1DA39157-D83E-47B9-952B-1EC17591DAC4}" dt="2024-07-15T20:07:17.487" v="1123" actId="207"/>
          <ac:spMkLst>
            <pc:docMk/>
            <pc:sldMk cId="1273690028" sldId="480"/>
            <ac:spMk id="7" creationId="{E3B88604-D5C1-DD5C-0309-B0D54367BCA1}"/>
          </ac:spMkLst>
        </pc:spChg>
      </pc:sldChg>
      <pc:sldChg chg="addSp modSp add mod">
        <pc:chgData name="Jessica Aloi Rodriguez" userId="1fdb1b46-f6a3-4e1f-970c-8ca1e3dce219" providerId="ADAL" clId="{1DA39157-D83E-47B9-952B-1EC17591DAC4}" dt="2024-07-23T16:00:48.460" v="4932"/>
        <pc:sldMkLst>
          <pc:docMk/>
          <pc:sldMk cId="1958370326" sldId="480"/>
        </pc:sldMkLst>
        <pc:spChg chg="mod">
          <ac:chgData name="Jessica Aloi Rodriguez" userId="1fdb1b46-f6a3-4e1f-970c-8ca1e3dce219" providerId="ADAL" clId="{1DA39157-D83E-47B9-952B-1EC17591DAC4}" dt="2024-07-22T20:10:32.488" v="4147" actId="14100"/>
          <ac:spMkLst>
            <pc:docMk/>
            <pc:sldMk cId="1958370326" sldId="480"/>
            <ac:spMk id="2" creationId="{AE545717-1E68-644D-327B-804C14E49689}"/>
          </ac:spMkLst>
        </pc:spChg>
        <pc:spChg chg="mod">
          <ac:chgData name="Jessica Aloi Rodriguez" userId="1fdb1b46-f6a3-4e1f-970c-8ca1e3dce219" providerId="ADAL" clId="{1DA39157-D83E-47B9-952B-1EC17591DAC4}" dt="2024-07-23T16:00:48.460" v="4932"/>
          <ac:spMkLst>
            <pc:docMk/>
            <pc:sldMk cId="1958370326" sldId="480"/>
            <ac:spMk id="7" creationId="{E3B88604-D5C1-DD5C-0309-B0D54367BCA1}"/>
          </ac:spMkLst>
        </pc:spChg>
        <pc:picChg chg="add mod">
          <ac:chgData name="Jessica Aloi Rodriguez" userId="1fdb1b46-f6a3-4e1f-970c-8ca1e3dce219" providerId="ADAL" clId="{1DA39157-D83E-47B9-952B-1EC17591DAC4}" dt="2024-07-22T20:11:12.246" v="4155" actId="1076"/>
          <ac:picMkLst>
            <pc:docMk/>
            <pc:sldMk cId="1958370326" sldId="480"/>
            <ac:picMk id="4" creationId="{473D972B-D166-3C7F-F25B-E62C8C4EDFEF}"/>
          </ac:picMkLst>
        </pc:picChg>
      </pc:sldChg>
      <pc:sldChg chg="modSp add mod modShow">
        <pc:chgData name="Jessica Aloi Rodriguez" userId="1fdb1b46-f6a3-4e1f-970c-8ca1e3dce219" providerId="ADAL" clId="{1DA39157-D83E-47B9-952B-1EC17591DAC4}" dt="2024-07-24T13:49:36.432" v="5921" actId="403"/>
        <pc:sldMkLst>
          <pc:docMk/>
          <pc:sldMk cId="1601842598" sldId="481"/>
        </pc:sldMkLst>
        <pc:spChg chg="mod">
          <ac:chgData name="Jessica Aloi Rodriguez" userId="1fdb1b46-f6a3-4e1f-970c-8ca1e3dce219" providerId="ADAL" clId="{1DA39157-D83E-47B9-952B-1EC17591DAC4}" dt="2024-07-24T13:49:36.432" v="5921" actId="403"/>
          <ac:spMkLst>
            <pc:docMk/>
            <pc:sldMk cId="1601842598" sldId="481"/>
            <ac:spMk id="2" creationId="{AE545717-1E68-644D-327B-804C14E49689}"/>
          </ac:spMkLst>
        </pc:spChg>
        <pc:spChg chg="mod">
          <ac:chgData name="Jessica Aloi Rodriguez" userId="1fdb1b46-f6a3-4e1f-970c-8ca1e3dce219" providerId="ADAL" clId="{1DA39157-D83E-47B9-952B-1EC17591DAC4}" dt="2024-07-23T16:00:46.307" v="4931"/>
          <ac:spMkLst>
            <pc:docMk/>
            <pc:sldMk cId="1601842598" sldId="481"/>
            <ac:spMk id="7" creationId="{E3B88604-D5C1-DD5C-0309-B0D54367BCA1}"/>
          </ac:spMkLst>
        </pc:spChg>
      </pc:sldChg>
      <pc:sldChg chg="modSp add del mod">
        <pc:chgData name="Jessica Aloi Rodriguez" userId="1fdb1b46-f6a3-4e1f-970c-8ca1e3dce219" providerId="ADAL" clId="{1DA39157-D83E-47B9-952B-1EC17591DAC4}" dt="2024-07-18T20:21:16.937" v="3198" actId="47"/>
        <pc:sldMkLst>
          <pc:docMk/>
          <pc:sldMk cId="4110639606" sldId="481"/>
        </pc:sldMkLst>
        <pc:spChg chg="mod">
          <ac:chgData name="Jessica Aloi Rodriguez" userId="1fdb1b46-f6a3-4e1f-970c-8ca1e3dce219" providerId="ADAL" clId="{1DA39157-D83E-47B9-952B-1EC17591DAC4}" dt="2024-07-15T20:03:00.141" v="1064" actId="255"/>
          <ac:spMkLst>
            <pc:docMk/>
            <pc:sldMk cId="4110639606" sldId="481"/>
            <ac:spMk id="2" creationId="{AE545717-1E68-644D-327B-804C14E49689}"/>
          </ac:spMkLst>
        </pc:spChg>
        <pc:spChg chg="mod">
          <ac:chgData name="Jessica Aloi Rodriguez" userId="1fdb1b46-f6a3-4e1f-970c-8ca1e3dce219" providerId="ADAL" clId="{1DA39157-D83E-47B9-952B-1EC17591DAC4}" dt="2024-07-15T19:59:54.705" v="962"/>
          <ac:spMkLst>
            <pc:docMk/>
            <pc:sldMk cId="4110639606" sldId="481"/>
            <ac:spMk id="7" creationId="{E3B88604-D5C1-DD5C-0309-B0D54367BCA1}"/>
          </ac:spMkLst>
        </pc:spChg>
      </pc:sldChg>
      <pc:sldChg chg="addSp delSp modSp add del mod">
        <pc:chgData name="Jessica Aloi Rodriguez" userId="1fdb1b46-f6a3-4e1f-970c-8ca1e3dce219" providerId="ADAL" clId="{1DA39157-D83E-47B9-952B-1EC17591DAC4}" dt="2024-07-18T20:21:16.701" v="3197" actId="47"/>
        <pc:sldMkLst>
          <pc:docMk/>
          <pc:sldMk cId="1797124860" sldId="482"/>
        </pc:sldMkLst>
        <pc:spChg chg="mod">
          <ac:chgData name="Jessica Aloi Rodriguez" userId="1fdb1b46-f6a3-4e1f-970c-8ca1e3dce219" providerId="ADAL" clId="{1DA39157-D83E-47B9-952B-1EC17591DAC4}" dt="2024-07-15T19:59:24.547" v="960" actId="114"/>
          <ac:spMkLst>
            <pc:docMk/>
            <pc:sldMk cId="1797124860" sldId="482"/>
            <ac:spMk id="2" creationId="{AE545717-1E68-644D-327B-804C14E49689}"/>
          </ac:spMkLst>
        </pc:spChg>
        <pc:spChg chg="mod">
          <ac:chgData name="Jessica Aloi Rodriguez" userId="1fdb1b46-f6a3-4e1f-970c-8ca1e3dce219" providerId="ADAL" clId="{1DA39157-D83E-47B9-952B-1EC17591DAC4}" dt="2024-07-15T19:56:33.006" v="898" actId="20577"/>
          <ac:spMkLst>
            <pc:docMk/>
            <pc:sldMk cId="1797124860" sldId="482"/>
            <ac:spMk id="7" creationId="{E3B88604-D5C1-DD5C-0309-B0D54367BCA1}"/>
          </ac:spMkLst>
        </pc:spChg>
        <pc:picChg chg="add del mod">
          <ac:chgData name="Jessica Aloi Rodriguez" userId="1fdb1b46-f6a3-4e1f-970c-8ca1e3dce219" providerId="ADAL" clId="{1DA39157-D83E-47B9-952B-1EC17591DAC4}" dt="2024-07-15T19:56:04.351" v="855" actId="478"/>
          <ac:picMkLst>
            <pc:docMk/>
            <pc:sldMk cId="1797124860" sldId="482"/>
            <ac:picMk id="3" creationId="{C3E9A17A-CA7D-BE3C-934E-A4CB318BE523}"/>
          </ac:picMkLst>
        </pc:picChg>
      </pc:sldChg>
      <pc:sldChg chg="addSp delSp modSp add mod">
        <pc:chgData name="Jessica Aloi Rodriguez" userId="1fdb1b46-f6a3-4e1f-970c-8ca1e3dce219" providerId="ADAL" clId="{1DA39157-D83E-47B9-952B-1EC17591DAC4}" dt="2024-07-23T16:00:42.376" v="4930"/>
        <pc:sldMkLst>
          <pc:docMk/>
          <pc:sldMk cId="2903764747" sldId="482"/>
        </pc:sldMkLst>
        <pc:spChg chg="mod">
          <ac:chgData name="Jessica Aloi Rodriguez" userId="1fdb1b46-f6a3-4e1f-970c-8ca1e3dce219" providerId="ADAL" clId="{1DA39157-D83E-47B9-952B-1EC17591DAC4}" dt="2024-07-22T19:22:07.936" v="4070" actId="1076"/>
          <ac:spMkLst>
            <pc:docMk/>
            <pc:sldMk cId="2903764747" sldId="482"/>
            <ac:spMk id="2" creationId="{AE545717-1E68-644D-327B-804C14E49689}"/>
          </ac:spMkLst>
        </pc:spChg>
        <pc:spChg chg="mod">
          <ac:chgData name="Jessica Aloi Rodriguez" userId="1fdb1b46-f6a3-4e1f-970c-8ca1e3dce219" providerId="ADAL" clId="{1DA39157-D83E-47B9-952B-1EC17591DAC4}" dt="2024-07-23T16:00:42.376" v="4930"/>
          <ac:spMkLst>
            <pc:docMk/>
            <pc:sldMk cId="2903764747" sldId="482"/>
            <ac:spMk id="7" creationId="{E3B88604-D5C1-DD5C-0309-B0D54367BCA1}"/>
          </ac:spMkLst>
        </pc:spChg>
        <pc:picChg chg="add del mod">
          <ac:chgData name="Jessica Aloi Rodriguez" userId="1fdb1b46-f6a3-4e1f-970c-8ca1e3dce219" providerId="ADAL" clId="{1DA39157-D83E-47B9-952B-1EC17591DAC4}" dt="2024-07-22T19:20:50.277" v="4028" actId="478"/>
          <ac:picMkLst>
            <pc:docMk/>
            <pc:sldMk cId="2903764747" sldId="482"/>
            <ac:picMk id="4" creationId="{39725184-C61E-F8D3-97C9-978B3B723F3F}"/>
          </ac:picMkLst>
        </pc:picChg>
        <pc:picChg chg="add mod">
          <ac:chgData name="Jessica Aloi Rodriguez" userId="1fdb1b46-f6a3-4e1f-970c-8ca1e3dce219" providerId="ADAL" clId="{1DA39157-D83E-47B9-952B-1EC17591DAC4}" dt="2024-07-22T19:22:06.316" v="4069" actId="1076"/>
          <ac:picMkLst>
            <pc:docMk/>
            <pc:sldMk cId="2903764747" sldId="482"/>
            <ac:picMk id="9" creationId="{6234DE3A-9EB4-5826-3A5B-59198BB91316}"/>
          </ac:picMkLst>
        </pc:picChg>
      </pc:sldChg>
      <pc:sldChg chg="modSp add del mod">
        <pc:chgData name="Jessica Aloi Rodriguez" userId="1fdb1b46-f6a3-4e1f-970c-8ca1e3dce219" providerId="ADAL" clId="{1DA39157-D83E-47B9-952B-1EC17591DAC4}" dt="2024-07-18T20:21:19.078" v="3202" actId="47"/>
        <pc:sldMkLst>
          <pc:docMk/>
          <pc:sldMk cId="1851658947" sldId="483"/>
        </pc:sldMkLst>
        <pc:spChg chg="mod">
          <ac:chgData name="Jessica Aloi Rodriguez" userId="1fdb1b46-f6a3-4e1f-970c-8ca1e3dce219" providerId="ADAL" clId="{1DA39157-D83E-47B9-952B-1EC17591DAC4}" dt="2024-07-15T20:30:14.829" v="1461" actId="20577"/>
          <ac:spMkLst>
            <pc:docMk/>
            <pc:sldMk cId="1851658947" sldId="483"/>
            <ac:spMk id="2" creationId="{AE545717-1E68-644D-327B-804C14E49689}"/>
          </ac:spMkLst>
        </pc:spChg>
        <pc:spChg chg="mod">
          <ac:chgData name="Jessica Aloi Rodriguez" userId="1fdb1b46-f6a3-4e1f-970c-8ca1e3dce219" providerId="ADAL" clId="{1DA39157-D83E-47B9-952B-1EC17591DAC4}" dt="2024-07-15T20:27:59.075" v="1421" actId="20577"/>
          <ac:spMkLst>
            <pc:docMk/>
            <pc:sldMk cId="1851658947" sldId="483"/>
            <ac:spMk id="7" creationId="{E3B88604-D5C1-DD5C-0309-B0D54367BCA1}"/>
          </ac:spMkLst>
        </pc:spChg>
      </pc:sldChg>
      <pc:sldChg chg="addSp modSp add mod">
        <pc:chgData name="Jessica Aloi Rodriguez" userId="1fdb1b46-f6a3-4e1f-970c-8ca1e3dce219" providerId="ADAL" clId="{1DA39157-D83E-47B9-952B-1EC17591DAC4}" dt="2024-07-23T16:00:36.368" v="4927"/>
        <pc:sldMkLst>
          <pc:docMk/>
          <pc:sldMk cId="3196857114" sldId="483"/>
        </pc:sldMkLst>
        <pc:spChg chg="mod">
          <ac:chgData name="Jessica Aloi Rodriguez" userId="1fdb1b46-f6a3-4e1f-970c-8ca1e3dce219" providerId="ADAL" clId="{1DA39157-D83E-47B9-952B-1EC17591DAC4}" dt="2024-07-22T20:52:46.780" v="4423" actId="20577"/>
          <ac:spMkLst>
            <pc:docMk/>
            <pc:sldMk cId="3196857114" sldId="483"/>
            <ac:spMk id="2" creationId="{AE545717-1E68-644D-327B-804C14E49689}"/>
          </ac:spMkLst>
        </pc:spChg>
        <pc:spChg chg="add mod">
          <ac:chgData name="Jessica Aloi Rodriguez" userId="1fdb1b46-f6a3-4e1f-970c-8ca1e3dce219" providerId="ADAL" clId="{1DA39157-D83E-47B9-952B-1EC17591DAC4}" dt="2024-07-22T19:18:58.677" v="4017" actId="208"/>
          <ac:spMkLst>
            <pc:docMk/>
            <pc:sldMk cId="3196857114" sldId="483"/>
            <ac:spMk id="5" creationId="{402647AB-8F52-76DF-8C7A-F1B23B45FE3A}"/>
          </ac:spMkLst>
        </pc:spChg>
        <pc:spChg chg="mod">
          <ac:chgData name="Jessica Aloi Rodriguez" userId="1fdb1b46-f6a3-4e1f-970c-8ca1e3dce219" providerId="ADAL" clId="{1DA39157-D83E-47B9-952B-1EC17591DAC4}" dt="2024-07-23T16:00:36.368" v="4927"/>
          <ac:spMkLst>
            <pc:docMk/>
            <pc:sldMk cId="3196857114" sldId="483"/>
            <ac:spMk id="7" creationId="{E3B88604-D5C1-DD5C-0309-B0D54367BCA1}"/>
          </ac:spMkLst>
        </pc:spChg>
        <pc:spChg chg="add mod">
          <ac:chgData name="Jessica Aloi Rodriguez" userId="1fdb1b46-f6a3-4e1f-970c-8ca1e3dce219" providerId="ADAL" clId="{1DA39157-D83E-47B9-952B-1EC17591DAC4}" dt="2024-07-22T19:19:10.087" v="4020" actId="14100"/>
          <ac:spMkLst>
            <pc:docMk/>
            <pc:sldMk cId="3196857114" sldId="483"/>
            <ac:spMk id="9" creationId="{BA39192F-F4A5-8759-EDD7-10AFBB83A2A3}"/>
          </ac:spMkLst>
        </pc:spChg>
        <pc:picChg chg="add mod">
          <ac:chgData name="Jessica Aloi Rodriguez" userId="1fdb1b46-f6a3-4e1f-970c-8ca1e3dce219" providerId="ADAL" clId="{1DA39157-D83E-47B9-952B-1EC17591DAC4}" dt="2024-07-22T19:18:15.776" v="4011" actId="1035"/>
          <ac:picMkLst>
            <pc:docMk/>
            <pc:sldMk cId="3196857114" sldId="483"/>
            <ac:picMk id="4" creationId="{BC2D8D7E-E632-4FB9-4466-875FA36DE0EE}"/>
          </ac:picMkLst>
        </pc:picChg>
      </pc:sldChg>
      <pc:sldChg chg="addSp modSp mod ord modAnim">
        <pc:chgData name="Jessica Aloi Rodriguez" userId="1fdb1b46-f6a3-4e1f-970c-8ca1e3dce219" providerId="ADAL" clId="{1DA39157-D83E-47B9-952B-1EC17591DAC4}" dt="2024-07-24T13:54:22.666" v="5942"/>
        <pc:sldMkLst>
          <pc:docMk/>
          <pc:sldMk cId="1619568914" sldId="484"/>
        </pc:sldMkLst>
        <pc:spChg chg="mod">
          <ac:chgData name="Jessica Aloi Rodriguez" userId="1fdb1b46-f6a3-4e1f-970c-8ca1e3dce219" providerId="ADAL" clId="{1DA39157-D83E-47B9-952B-1EC17591DAC4}" dt="2024-07-24T13:53:08.980" v="5937" actId="20577"/>
          <ac:spMkLst>
            <pc:docMk/>
            <pc:sldMk cId="1619568914" sldId="484"/>
            <ac:spMk id="2" creationId="{AE545717-1E68-644D-327B-804C14E49689}"/>
          </ac:spMkLst>
        </pc:spChg>
        <pc:spChg chg="mod">
          <ac:chgData name="Jessica Aloi Rodriguez" userId="1fdb1b46-f6a3-4e1f-970c-8ca1e3dce219" providerId="ADAL" clId="{1DA39157-D83E-47B9-952B-1EC17591DAC4}" dt="2024-07-24T13:53:37.909" v="5938" actId="164"/>
          <ac:spMkLst>
            <pc:docMk/>
            <pc:sldMk cId="1619568914" sldId="484"/>
            <ac:spMk id="3" creationId="{987340F7-E937-C82C-5243-C4D0B9145CD9}"/>
          </ac:spMkLst>
        </pc:spChg>
        <pc:spChg chg="mod">
          <ac:chgData name="Jessica Aloi Rodriguez" userId="1fdb1b46-f6a3-4e1f-970c-8ca1e3dce219" providerId="ADAL" clId="{1DA39157-D83E-47B9-952B-1EC17591DAC4}" dt="2024-07-24T13:53:37.909" v="5938" actId="164"/>
          <ac:spMkLst>
            <pc:docMk/>
            <pc:sldMk cId="1619568914" sldId="484"/>
            <ac:spMk id="9" creationId="{72ACC5BE-A46A-3C49-8210-A95AAD3CB38A}"/>
          </ac:spMkLst>
        </pc:spChg>
        <pc:grpChg chg="add mod">
          <ac:chgData name="Jessica Aloi Rodriguez" userId="1fdb1b46-f6a3-4e1f-970c-8ca1e3dce219" providerId="ADAL" clId="{1DA39157-D83E-47B9-952B-1EC17591DAC4}" dt="2024-07-24T13:53:37.909" v="5938" actId="164"/>
          <ac:grpSpMkLst>
            <pc:docMk/>
            <pc:sldMk cId="1619568914" sldId="484"/>
            <ac:grpSpMk id="5" creationId="{73FF1E9D-95D9-B7B0-64A0-8B5BD9725144}"/>
          </ac:grpSpMkLst>
        </pc:grpChg>
      </pc:sldChg>
      <pc:sldChg chg="addSp delSp add del setBg delDesignElem">
        <pc:chgData name="Jessica Aloi Rodriguez" userId="1fdb1b46-f6a3-4e1f-970c-8ca1e3dce219" providerId="ADAL" clId="{1DA39157-D83E-47B9-952B-1EC17591DAC4}" dt="2024-07-23T19:34:38.885" v="5912"/>
        <pc:sldMkLst>
          <pc:docMk/>
          <pc:sldMk cId="1727224810" sldId="484"/>
        </pc:sldMkLst>
        <pc:spChg chg="add del">
          <ac:chgData name="Jessica Aloi Rodriguez" userId="1fdb1b46-f6a3-4e1f-970c-8ca1e3dce219" providerId="ADAL" clId="{1DA39157-D83E-47B9-952B-1EC17591DAC4}" dt="2024-07-23T19:34:38.885" v="5912"/>
          <ac:spMkLst>
            <pc:docMk/>
            <pc:sldMk cId="1727224810" sldId="484"/>
            <ac:spMk id="8" creationId="{CB972422-B794-4FA8-BCC6-BAF6938A1B53}"/>
          </ac:spMkLst>
        </pc:spChg>
        <pc:spChg chg="add del">
          <ac:chgData name="Jessica Aloi Rodriguez" userId="1fdb1b46-f6a3-4e1f-970c-8ca1e3dce219" providerId="ADAL" clId="{1DA39157-D83E-47B9-952B-1EC17591DAC4}" dt="2024-07-23T19:34:38.885" v="5912"/>
          <ac:spMkLst>
            <pc:docMk/>
            <pc:sldMk cId="1727224810" sldId="484"/>
            <ac:spMk id="10" creationId="{89DE9E2B-5611-49C8-862E-AD4D43A8AA6D}"/>
          </ac:spMkLst>
        </pc:spChg>
        <pc:spChg chg="add del">
          <ac:chgData name="Jessica Aloi Rodriguez" userId="1fdb1b46-f6a3-4e1f-970c-8ca1e3dce219" providerId="ADAL" clId="{1DA39157-D83E-47B9-952B-1EC17591DAC4}" dt="2024-07-23T19:34:38.885" v="5912"/>
          <ac:spMkLst>
            <pc:docMk/>
            <pc:sldMk cId="1727224810" sldId="484"/>
            <ac:spMk id="14" creationId="{519C7155-1644-4C60-B0B5-32B1800D6044}"/>
          </ac:spMkLst>
        </pc:spChg>
        <pc:cxnChg chg="add del">
          <ac:chgData name="Jessica Aloi Rodriguez" userId="1fdb1b46-f6a3-4e1f-970c-8ca1e3dce219" providerId="ADAL" clId="{1DA39157-D83E-47B9-952B-1EC17591DAC4}" dt="2024-07-23T19:34:38.885" v="5912"/>
          <ac:cxnSpMkLst>
            <pc:docMk/>
            <pc:sldMk cId="1727224810" sldId="484"/>
            <ac:cxnSpMk id="12" creationId="{5296EC4F-8732-481B-94CB-C98E4EF297FF}"/>
          </ac:cxnSpMkLst>
        </pc:cxnChg>
      </pc:sldChg>
      <pc:sldChg chg="addSp delSp modSp add del mod modAnim">
        <pc:chgData name="Jessica Aloi Rodriguez" userId="1fdb1b46-f6a3-4e1f-970c-8ca1e3dce219" providerId="ADAL" clId="{1DA39157-D83E-47B9-952B-1EC17591DAC4}" dt="2024-07-23T19:34:32.515" v="5908" actId="2696"/>
        <pc:sldMkLst>
          <pc:docMk/>
          <pc:sldMk cId="2862099854" sldId="484"/>
        </pc:sldMkLst>
        <pc:spChg chg="mod">
          <ac:chgData name="Jessica Aloi Rodriguez" userId="1fdb1b46-f6a3-4e1f-970c-8ca1e3dce219" providerId="ADAL" clId="{1DA39157-D83E-47B9-952B-1EC17591DAC4}" dt="2024-07-23T17:51:11.390" v="5468" actId="20577"/>
          <ac:spMkLst>
            <pc:docMk/>
            <pc:sldMk cId="2862099854" sldId="484"/>
            <ac:spMk id="2" creationId="{AE545717-1E68-644D-327B-804C14E49689}"/>
          </ac:spMkLst>
        </pc:spChg>
        <pc:spChg chg="add mod">
          <ac:chgData name="Jessica Aloi Rodriguez" userId="1fdb1b46-f6a3-4e1f-970c-8ca1e3dce219" providerId="ADAL" clId="{1DA39157-D83E-47B9-952B-1EC17591DAC4}" dt="2024-07-23T15:57:41.764" v="4900" actId="14100"/>
          <ac:spMkLst>
            <pc:docMk/>
            <pc:sldMk cId="2862099854" sldId="484"/>
            <ac:spMk id="3" creationId="{987340F7-E937-C82C-5243-C4D0B9145CD9}"/>
          </ac:spMkLst>
        </pc:spChg>
        <pc:spChg chg="add mod">
          <ac:chgData name="Jessica Aloi Rodriguez" userId="1fdb1b46-f6a3-4e1f-970c-8ca1e3dce219" providerId="ADAL" clId="{1DA39157-D83E-47B9-952B-1EC17591DAC4}" dt="2024-07-23T15:58:59.700" v="4903" actId="113"/>
          <ac:spMkLst>
            <pc:docMk/>
            <pc:sldMk cId="2862099854" sldId="484"/>
            <ac:spMk id="4" creationId="{39868819-4D89-35F5-DD57-444358D3A820}"/>
          </ac:spMkLst>
        </pc:spChg>
        <pc:spChg chg="add del mod">
          <ac:chgData name="Jessica Aloi Rodriguez" userId="1fdb1b46-f6a3-4e1f-970c-8ca1e3dce219" providerId="ADAL" clId="{1DA39157-D83E-47B9-952B-1EC17591DAC4}" dt="2024-07-22T20:17:54.716" v="4257" actId="478"/>
          <ac:spMkLst>
            <pc:docMk/>
            <pc:sldMk cId="2862099854" sldId="484"/>
            <ac:spMk id="5" creationId="{CB6F4401-117F-A568-F367-4B3AA8F1E801}"/>
          </ac:spMkLst>
        </pc:spChg>
        <pc:spChg chg="mod">
          <ac:chgData name="Jessica Aloi Rodriguez" userId="1fdb1b46-f6a3-4e1f-970c-8ca1e3dce219" providerId="ADAL" clId="{1DA39157-D83E-47B9-952B-1EC17591DAC4}" dt="2024-07-23T15:43:19.157" v="4621" actId="14100"/>
          <ac:spMkLst>
            <pc:docMk/>
            <pc:sldMk cId="2862099854" sldId="484"/>
            <ac:spMk id="6" creationId="{DE646588-22C5-5E7B-8AEB-CFE250C9AD16}"/>
          </ac:spMkLst>
        </pc:spChg>
        <pc:spChg chg="mod">
          <ac:chgData name="Jessica Aloi Rodriguez" userId="1fdb1b46-f6a3-4e1f-970c-8ca1e3dce219" providerId="ADAL" clId="{1DA39157-D83E-47B9-952B-1EC17591DAC4}" dt="2024-07-23T17:17:37.883" v="5387" actId="20577"/>
          <ac:spMkLst>
            <pc:docMk/>
            <pc:sldMk cId="2862099854" sldId="484"/>
            <ac:spMk id="7" creationId="{E3B88604-D5C1-DD5C-0309-B0D54367BCA1}"/>
          </ac:spMkLst>
        </pc:spChg>
        <pc:spChg chg="add mod">
          <ac:chgData name="Jessica Aloi Rodriguez" userId="1fdb1b46-f6a3-4e1f-970c-8ca1e3dce219" providerId="ADAL" clId="{1DA39157-D83E-47B9-952B-1EC17591DAC4}" dt="2024-07-23T15:57:45.915" v="4901" actId="1076"/>
          <ac:spMkLst>
            <pc:docMk/>
            <pc:sldMk cId="2862099854" sldId="484"/>
            <ac:spMk id="9" creationId="{72ACC5BE-A46A-3C49-8210-A95AAD3CB38A}"/>
          </ac:spMkLst>
        </pc:spChg>
        <pc:spChg chg="add del mod">
          <ac:chgData name="Jessica Aloi Rodriguez" userId="1fdb1b46-f6a3-4e1f-970c-8ca1e3dce219" providerId="ADAL" clId="{1DA39157-D83E-47B9-952B-1EC17591DAC4}" dt="2024-07-22T20:18:00" v="4260" actId="478"/>
          <ac:spMkLst>
            <pc:docMk/>
            <pc:sldMk cId="2862099854" sldId="484"/>
            <ac:spMk id="9" creationId="{8A0C1D45-ACCD-C14E-E4C7-B7B47333E557}"/>
          </ac:spMkLst>
        </pc:spChg>
        <pc:spChg chg="add mod">
          <ac:chgData name="Jessica Aloi Rodriguez" userId="1fdb1b46-f6a3-4e1f-970c-8ca1e3dce219" providerId="ADAL" clId="{1DA39157-D83E-47B9-952B-1EC17591DAC4}" dt="2024-07-23T15:58:27.400" v="4902" actId="113"/>
          <ac:spMkLst>
            <pc:docMk/>
            <pc:sldMk cId="2862099854" sldId="484"/>
            <ac:spMk id="13" creationId="{34555F98-8B56-8B5F-E2ED-9958720AFBDF}"/>
          </ac:spMkLst>
        </pc:spChg>
        <pc:spChg chg="add mod">
          <ac:chgData name="Jessica Aloi Rodriguez" userId="1fdb1b46-f6a3-4e1f-970c-8ca1e3dce219" providerId="ADAL" clId="{1DA39157-D83E-47B9-952B-1EC17591DAC4}" dt="2024-07-23T15:46:04.411" v="4666" actId="164"/>
          <ac:spMkLst>
            <pc:docMk/>
            <pc:sldMk cId="2862099854" sldId="484"/>
            <ac:spMk id="18" creationId="{E0F484DB-5A14-35FA-7A1A-0D46E6D50B23}"/>
          </ac:spMkLst>
        </pc:spChg>
        <pc:spChg chg="add mod">
          <ac:chgData name="Jessica Aloi Rodriguez" userId="1fdb1b46-f6a3-4e1f-970c-8ca1e3dce219" providerId="ADAL" clId="{1DA39157-D83E-47B9-952B-1EC17591DAC4}" dt="2024-07-23T15:46:04.411" v="4666" actId="164"/>
          <ac:spMkLst>
            <pc:docMk/>
            <pc:sldMk cId="2862099854" sldId="484"/>
            <ac:spMk id="19" creationId="{467EFBC4-4112-F9A3-F0F5-38EABA83790B}"/>
          </ac:spMkLst>
        </pc:spChg>
        <pc:spChg chg="add mod">
          <ac:chgData name="Jessica Aloi Rodriguez" userId="1fdb1b46-f6a3-4e1f-970c-8ca1e3dce219" providerId="ADAL" clId="{1DA39157-D83E-47B9-952B-1EC17591DAC4}" dt="2024-07-23T15:46:25.333" v="4670" actId="164"/>
          <ac:spMkLst>
            <pc:docMk/>
            <pc:sldMk cId="2862099854" sldId="484"/>
            <ac:spMk id="31" creationId="{59C8D5C7-BA53-3347-D437-341F45A78BE2}"/>
          </ac:spMkLst>
        </pc:spChg>
        <pc:spChg chg="add mod">
          <ac:chgData name="Jessica Aloi Rodriguez" userId="1fdb1b46-f6a3-4e1f-970c-8ca1e3dce219" providerId="ADAL" clId="{1DA39157-D83E-47B9-952B-1EC17591DAC4}" dt="2024-07-23T15:46:15.749" v="4669" actId="1076"/>
          <ac:spMkLst>
            <pc:docMk/>
            <pc:sldMk cId="2862099854" sldId="484"/>
            <ac:spMk id="32" creationId="{E55EDC28-B41B-A0B5-F529-2C79FE9F22F3}"/>
          </ac:spMkLst>
        </pc:spChg>
        <pc:spChg chg="add mod">
          <ac:chgData name="Jessica Aloi Rodriguez" userId="1fdb1b46-f6a3-4e1f-970c-8ca1e3dce219" providerId="ADAL" clId="{1DA39157-D83E-47B9-952B-1EC17591DAC4}" dt="2024-07-23T15:46:04.411" v="4666" actId="164"/>
          <ac:spMkLst>
            <pc:docMk/>
            <pc:sldMk cId="2862099854" sldId="484"/>
            <ac:spMk id="33" creationId="{4715A71B-61D1-4C5C-A3B0-5816F845C885}"/>
          </ac:spMkLst>
        </pc:spChg>
        <pc:spChg chg="add mod">
          <ac:chgData name="Jessica Aloi Rodriguez" userId="1fdb1b46-f6a3-4e1f-970c-8ca1e3dce219" providerId="ADAL" clId="{1DA39157-D83E-47B9-952B-1EC17591DAC4}" dt="2024-07-23T15:46:04.411" v="4666" actId="164"/>
          <ac:spMkLst>
            <pc:docMk/>
            <pc:sldMk cId="2862099854" sldId="484"/>
            <ac:spMk id="34" creationId="{DCDA71B6-C8EF-02C4-6F47-675266D86D55}"/>
          </ac:spMkLst>
        </pc:spChg>
        <pc:spChg chg="add mod">
          <ac:chgData name="Jessica Aloi Rodriguez" userId="1fdb1b46-f6a3-4e1f-970c-8ca1e3dce219" providerId="ADAL" clId="{1DA39157-D83E-47B9-952B-1EC17591DAC4}" dt="2024-07-23T15:46:04.411" v="4666" actId="164"/>
          <ac:spMkLst>
            <pc:docMk/>
            <pc:sldMk cId="2862099854" sldId="484"/>
            <ac:spMk id="40" creationId="{9EAD2C7B-641D-DEED-D6B0-3A8E40D1E462}"/>
          </ac:spMkLst>
        </pc:spChg>
        <pc:spChg chg="add mod">
          <ac:chgData name="Jessica Aloi Rodriguez" userId="1fdb1b46-f6a3-4e1f-970c-8ca1e3dce219" providerId="ADAL" clId="{1DA39157-D83E-47B9-952B-1EC17591DAC4}" dt="2024-07-23T15:46:04.411" v="4666" actId="164"/>
          <ac:spMkLst>
            <pc:docMk/>
            <pc:sldMk cId="2862099854" sldId="484"/>
            <ac:spMk id="41" creationId="{DB9B36EB-19A3-98DC-85E1-CA1BF59C525E}"/>
          </ac:spMkLst>
        </pc:spChg>
        <pc:grpChg chg="add mod">
          <ac:chgData name="Jessica Aloi Rodriguez" userId="1fdb1b46-f6a3-4e1f-970c-8ca1e3dce219" providerId="ADAL" clId="{1DA39157-D83E-47B9-952B-1EC17591DAC4}" dt="2024-07-23T15:46:25.333" v="4670" actId="164"/>
          <ac:grpSpMkLst>
            <pc:docMk/>
            <pc:sldMk cId="2862099854" sldId="484"/>
            <ac:grpSpMk id="42" creationId="{7D96A61D-6B97-EF69-D9B5-D591102D1D6A}"/>
          </ac:grpSpMkLst>
        </pc:grpChg>
        <pc:grpChg chg="add mod">
          <ac:chgData name="Jessica Aloi Rodriguez" userId="1fdb1b46-f6a3-4e1f-970c-8ca1e3dce219" providerId="ADAL" clId="{1DA39157-D83E-47B9-952B-1EC17591DAC4}" dt="2024-07-23T15:46:29.451" v="4699" actId="1038"/>
          <ac:grpSpMkLst>
            <pc:docMk/>
            <pc:sldMk cId="2862099854" sldId="484"/>
            <ac:grpSpMk id="43" creationId="{B0A7F0B8-DD6D-D675-F1BA-87A988C7767E}"/>
          </ac:grpSpMkLst>
        </pc:grpChg>
        <pc:cxnChg chg="add del mod">
          <ac:chgData name="Jessica Aloi Rodriguez" userId="1fdb1b46-f6a3-4e1f-970c-8ca1e3dce219" providerId="ADAL" clId="{1DA39157-D83E-47B9-952B-1EC17591DAC4}" dt="2024-07-23T15:41:34.100" v="4601" actId="478"/>
          <ac:cxnSpMkLst>
            <pc:docMk/>
            <pc:sldMk cId="2862099854" sldId="484"/>
            <ac:cxnSpMk id="15" creationId="{8FDFAE68-7AE2-7358-F277-E92002DA1398}"/>
          </ac:cxnSpMkLst>
        </pc:cxnChg>
        <pc:cxnChg chg="add del mod">
          <ac:chgData name="Jessica Aloi Rodriguez" userId="1fdb1b46-f6a3-4e1f-970c-8ca1e3dce219" providerId="ADAL" clId="{1DA39157-D83E-47B9-952B-1EC17591DAC4}" dt="2024-07-23T15:41:18.485" v="4597" actId="478"/>
          <ac:cxnSpMkLst>
            <pc:docMk/>
            <pc:sldMk cId="2862099854" sldId="484"/>
            <ac:cxnSpMk id="17" creationId="{6813300C-68CC-8C85-0B8B-5D6D6C4471CA}"/>
          </ac:cxnSpMkLst>
        </pc:cxnChg>
        <pc:cxnChg chg="add mod">
          <ac:chgData name="Jessica Aloi Rodriguez" userId="1fdb1b46-f6a3-4e1f-970c-8ca1e3dce219" providerId="ADAL" clId="{1DA39157-D83E-47B9-952B-1EC17591DAC4}" dt="2024-07-23T19:25:50.503" v="5905" actId="208"/>
          <ac:cxnSpMkLst>
            <pc:docMk/>
            <pc:sldMk cId="2862099854" sldId="484"/>
            <ac:cxnSpMk id="21" creationId="{458D515F-0748-7D54-2529-518AD71A7ACE}"/>
          </ac:cxnSpMkLst>
        </pc:cxnChg>
        <pc:cxnChg chg="add mod">
          <ac:chgData name="Jessica Aloi Rodriguez" userId="1fdb1b46-f6a3-4e1f-970c-8ca1e3dce219" providerId="ADAL" clId="{1DA39157-D83E-47B9-952B-1EC17591DAC4}" dt="2024-07-23T19:25:47.483" v="5904" actId="208"/>
          <ac:cxnSpMkLst>
            <pc:docMk/>
            <pc:sldMk cId="2862099854" sldId="484"/>
            <ac:cxnSpMk id="23" creationId="{EF1B1C6B-984F-CB16-BC16-6329E1350187}"/>
          </ac:cxnSpMkLst>
        </pc:cxnChg>
        <pc:cxnChg chg="add mod">
          <ac:chgData name="Jessica Aloi Rodriguez" userId="1fdb1b46-f6a3-4e1f-970c-8ca1e3dce219" providerId="ADAL" clId="{1DA39157-D83E-47B9-952B-1EC17591DAC4}" dt="2024-07-23T15:46:04.411" v="4666" actId="164"/>
          <ac:cxnSpMkLst>
            <pc:docMk/>
            <pc:sldMk cId="2862099854" sldId="484"/>
            <ac:cxnSpMk id="25" creationId="{FE1CE5FF-6DCD-E8F0-88AF-8D20E435B1C6}"/>
          </ac:cxnSpMkLst>
        </pc:cxnChg>
        <pc:cxnChg chg="add mod">
          <ac:chgData name="Jessica Aloi Rodriguez" userId="1fdb1b46-f6a3-4e1f-970c-8ca1e3dce219" providerId="ADAL" clId="{1DA39157-D83E-47B9-952B-1EC17591DAC4}" dt="2024-07-23T15:46:04.411" v="4666" actId="164"/>
          <ac:cxnSpMkLst>
            <pc:docMk/>
            <pc:sldMk cId="2862099854" sldId="484"/>
            <ac:cxnSpMk id="27" creationId="{D32984F9-AC81-C9CF-270F-135AEC27F67F}"/>
          </ac:cxnSpMkLst>
        </pc:cxnChg>
        <pc:cxnChg chg="add mod">
          <ac:chgData name="Jessica Aloi Rodriguez" userId="1fdb1b46-f6a3-4e1f-970c-8ca1e3dce219" providerId="ADAL" clId="{1DA39157-D83E-47B9-952B-1EC17591DAC4}" dt="2024-07-23T15:46:04.411" v="4666" actId="164"/>
          <ac:cxnSpMkLst>
            <pc:docMk/>
            <pc:sldMk cId="2862099854" sldId="484"/>
            <ac:cxnSpMk id="36" creationId="{5DB797E3-9504-7616-045C-26B0D51D8EFA}"/>
          </ac:cxnSpMkLst>
        </pc:cxnChg>
        <pc:cxnChg chg="add mod">
          <ac:chgData name="Jessica Aloi Rodriguez" userId="1fdb1b46-f6a3-4e1f-970c-8ca1e3dce219" providerId="ADAL" clId="{1DA39157-D83E-47B9-952B-1EC17591DAC4}" dt="2024-07-23T15:46:04.411" v="4666" actId="164"/>
          <ac:cxnSpMkLst>
            <pc:docMk/>
            <pc:sldMk cId="2862099854" sldId="484"/>
            <ac:cxnSpMk id="37" creationId="{68E4F79C-B883-2F10-B86C-BC2B944FBAED}"/>
          </ac:cxnSpMkLst>
        </pc:cxnChg>
      </pc:sldChg>
      <pc:sldChg chg="addSp modSp add del mod">
        <pc:chgData name="Jessica Aloi Rodriguez" userId="1fdb1b46-f6a3-4e1f-970c-8ca1e3dce219" providerId="ADAL" clId="{1DA39157-D83E-47B9-952B-1EC17591DAC4}" dt="2024-07-18T20:21:18.527" v="3201" actId="47"/>
        <pc:sldMkLst>
          <pc:docMk/>
          <pc:sldMk cId="3865554287" sldId="484"/>
        </pc:sldMkLst>
        <pc:spChg chg="mod">
          <ac:chgData name="Jessica Aloi Rodriguez" userId="1fdb1b46-f6a3-4e1f-970c-8ca1e3dce219" providerId="ADAL" clId="{1DA39157-D83E-47B9-952B-1EC17591DAC4}" dt="2024-07-15T20:26:15.801" v="1369" actId="1076"/>
          <ac:spMkLst>
            <pc:docMk/>
            <pc:sldMk cId="3865554287" sldId="484"/>
            <ac:spMk id="2" creationId="{AE545717-1E68-644D-327B-804C14E49689}"/>
          </ac:spMkLst>
        </pc:spChg>
        <pc:spChg chg="mod">
          <ac:chgData name="Jessica Aloi Rodriguez" userId="1fdb1b46-f6a3-4e1f-970c-8ca1e3dce219" providerId="ADAL" clId="{1DA39157-D83E-47B9-952B-1EC17591DAC4}" dt="2024-07-15T20:20:01.161" v="1304" actId="20577"/>
          <ac:spMkLst>
            <pc:docMk/>
            <pc:sldMk cId="3865554287" sldId="484"/>
            <ac:spMk id="7" creationId="{E3B88604-D5C1-DD5C-0309-B0D54367BCA1}"/>
          </ac:spMkLst>
        </pc:spChg>
        <pc:picChg chg="add mod">
          <ac:chgData name="Jessica Aloi Rodriguez" userId="1fdb1b46-f6a3-4e1f-970c-8ca1e3dce219" providerId="ADAL" clId="{1DA39157-D83E-47B9-952B-1EC17591DAC4}" dt="2024-07-15T20:22:40.922" v="1340" actId="1076"/>
          <ac:picMkLst>
            <pc:docMk/>
            <pc:sldMk cId="3865554287" sldId="484"/>
            <ac:picMk id="4" creationId="{222E95F6-D540-A6FC-7F89-C41555064715}"/>
          </ac:picMkLst>
        </pc:picChg>
        <pc:picChg chg="add mod">
          <ac:chgData name="Jessica Aloi Rodriguez" userId="1fdb1b46-f6a3-4e1f-970c-8ca1e3dce219" providerId="ADAL" clId="{1DA39157-D83E-47B9-952B-1EC17591DAC4}" dt="2024-07-15T20:25:13.385" v="1360" actId="1076"/>
          <ac:picMkLst>
            <pc:docMk/>
            <pc:sldMk cId="3865554287" sldId="484"/>
            <ac:picMk id="9" creationId="{1F9AFF07-EA50-7B34-263B-BC9537160884}"/>
          </ac:picMkLst>
        </pc:picChg>
        <pc:picChg chg="add mod">
          <ac:chgData name="Jessica Aloi Rodriguez" userId="1fdb1b46-f6a3-4e1f-970c-8ca1e3dce219" providerId="ADAL" clId="{1DA39157-D83E-47B9-952B-1EC17591DAC4}" dt="2024-07-15T20:25:36.909" v="1362" actId="1076"/>
          <ac:picMkLst>
            <pc:docMk/>
            <pc:sldMk cId="3865554287" sldId="484"/>
            <ac:picMk id="13" creationId="{B2723BB6-61D9-2377-0617-8F1E40CA93EA}"/>
          </ac:picMkLst>
        </pc:picChg>
      </pc:sldChg>
      <pc:sldChg chg="addSp modSp add del mod">
        <pc:chgData name="Jessica Aloi Rodriguez" userId="1fdb1b46-f6a3-4e1f-970c-8ca1e3dce219" providerId="ADAL" clId="{1DA39157-D83E-47B9-952B-1EC17591DAC4}" dt="2024-07-18T20:21:18.023" v="3200" actId="47"/>
        <pc:sldMkLst>
          <pc:docMk/>
          <pc:sldMk cId="1585025682" sldId="485"/>
        </pc:sldMkLst>
        <pc:spChg chg="mod">
          <ac:chgData name="Jessica Aloi Rodriguez" userId="1fdb1b46-f6a3-4e1f-970c-8ca1e3dce219" providerId="ADAL" clId="{1DA39157-D83E-47B9-952B-1EC17591DAC4}" dt="2024-07-15T20:26:50.883" v="1387" actId="20577"/>
          <ac:spMkLst>
            <pc:docMk/>
            <pc:sldMk cId="1585025682" sldId="485"/>
            <ac:spMk id="2" creationId="{AE545717-1E68-644D-327B-804C14E49689}"/>
          </ac:spMkLst>
        </pc:spChg>
        <pc:spChg chg="mod">
          <ac:chgData name="Jessica Aloi Rodriguez" userId="1fdb1b46-f6a3-4e1f-970c-8ca1e3dce219" providerId="ADAL" clId="{1DA39157-D83E-47B9-952B-1EC17591DAC4}" dt="2024-07-15T20:11:14.514" v="1193" actId="20577"/>
          <ac:spMkLst>
            <pc:docMk/>
            <pc:sldMk cId="1585025682" sldId="485"/>
            <ac:spMk id="7" creationId="{E3B88604-D5C1-DD5C-0309-B0D54367BCA1}"/>
          </ac:spMkLst>
        </pc:spChg>
        <pc:picChg chg="add mod">
          <ac:chgData name="Jessica Aloi Rodriguez" userId="1fdb1b46-f6a3-4e1f-970c-8ca1e3dce219" providerId="ADAL" clId="{1DA39157-D83E-47B9-952B-1EC17591DAC4}" dt="2024-07-15T20:25:50.462" v="1364" actId="1076"/>
          <ac:picMkLst>
            <pc:docMk/>
            <pc:sldMk cId="1585025682" sldId="485"/>
            <ac:picMk id="4" creationId="{3CBCB12C-768E-1419-41A9-8AFF4FF2D97F}"/>
          </ac:picMkLst>
        </pc:picChg>
        <pc:picChg chg="add mod modCrop">
          <ac:chgData name="Jessica Aloi Rodriguez" userId="1fdb1b46-f6a3-4e1f-970c-8ca1e3dce219" providerId="ADAL" clId="{1DA39157-D83E-47B9-952B-1EC17591DAC4}" dt="2024-07-15T20:26:38.461" v="1373" actId="732"/>
          <ac:picMkLst>
            <pc:docMk/>
            <pc:sldMk cId="1585025682" sldId="485"/>
            <ac:picMk id="9" creationId="{27EC0D8F-CF98-24FE-930F-08229BC1307B}"/>
          </ac:picMkLst>
        </pc:picChg>
        <pc:picChg chg="add mod">
          <ac:chgData name="Jessica Aloi Rodriguez" userId="1fdb1b46-f6a3-4e1f-970c-8ca1e3dce219" providerId="ADAL" clId="{1DA39157-D83E-47B9-952B-1EC17591DAC4}" dt="2024-07-15T20:27:11.730" v="1389" actId="1076"/>
          <ac:picMkLst>
            <pc:docMk/>
            <pc:sldMk cId="1585025682" sldId="485"/>
            <ac:picMk id="13" creationId="{C54D5BEF-E90E-31AB-ABFC-7405AC93CFB4}"/>
          </ac:picMkLst>
        </pc:picChg>
      </pc:sldChg>
      <pc:sldChg chg="add del mod modShow">
        <pc:chgData name="Jessica Aloi Rodriguez" userId="1fdb1b46-f6a3-4e1f-970c-8ca1e3dce219" providerId="ADAL" clId="{1DA39157-D83E-47B9-952B-1EC17591DAC4}" dt="2024-07-23T15:52:48.157" v="4747" actId="47"/>
        <pc:sldMkLst>
          <pc:docMk/>
          <pc:sldMk cId="2064972841" sldId="485"/>
        </pc:sldMkLst>
      </pc:sldChg>
      <pc:sldChg chg="add del">
        <pc:chgData name="Jessica Aloi Rodriguez" userId="1fdb1b46-f6a3-4e1f-970c-8ca1e3dce219" providerId="ADAL" clId="{1DA39157-D83E-47B9-952B-1EC17591DAC4}" dt="2024-07-23T17:17:59.826" v="5395" actId="47"/>
        <pc:sldMkLst>
          <pc:docMk/>
          <pc:sldMk cId="3416217149" sldId="486"/>
        </pc:sldMkLst>
      </pc:sldChg>
      <pc:sldChg chg="modSp add del mod">
        <pc:chgData name="Jessica Aloi Rodriguez" userId="1fdb1b46-f6a3-4e1f-970c-8ca1e3dce219" providerId="ADAL" clId="{1DA39157-D83E-47B9-952B-1EC17591DAC4}" dt="2024-07-17T17:34:35.084" v="3115" actId="47"/>
        <pc:sldMkLst>
          <pc:docMk/>
          <pc:sldMk cId="3563696043" sldId="486"/>
        </pc:sldMkLst>
        <pc:spChg chg="mod">
          <ac:chgData name="Jessica Aloi Rodriguez" userId="1fdb1b46-f6a3-4e1f-970c-8ca1e3dce219" providerId="ADAL" clId="{1DA39157-D83E-47B9-952B-1EC17591DAC4}" dt="2024-07-15T20:30:54.728" v="1477" actId="20577"/>
          <ac:spMkLst>
            <pc:docMk/>
            <pc:sldMk cId="3563696043" sldId="486"/>
            <ac:spMk id="7" creationId="{E3B88604-D5C1-DD5C-0309-B0D54367BCA1}"/>
          </ac:spMkLst>
        </pc:spChg>
      </pc:sldChg>
      <pc:sldChg chg="addSp modSp add mod">
        <pc:chgData name="Jessica Aloi Rodriguez" userId="1fdb1b46-f6a3-4e1f-970c-8ca1e3dce219" providerId="ADAL" clId="{1DA39157-D83E-47B9-952B-1EC17591DAC4}" dt="2024-07-23T17:08:32.248" v="5333" actId="1076"/>
        <pc:sldMkLst>
          <pc:docMk/>
          <pc:sldMk cId="3753857986" sldId="487"/>
        </pc:sldMkLst>
        <pc:spChg chg="mod">
          <ac:chgData name="Jessica Aloi Rodriguez" userId="1fdb1b46-f6a3-4e1f-970c-8ca1e3dce219" providerId="ADAL" clId="{1DA39157-D83E-47B9-952B-1EC17591DAC4}" dt="2024-07-23T17:08:32.248" v="5333" actId="1076"/>
          <ac:spMkLst>
            <pc:docMk/>
            <pc:sldMk cId="3753857986" sldId="487"/>
            <ac:spMk id="2" creationId="{AE545717-1E68-644D-327B-804C14E49689}"/>
          </ac:spMkLst>
        </pc:spChg>
        <pc:spChg chg="mod">
          <ac:chgData name="Jessica Aloi Rodriguez" userId="1fdb1b46-f6a3-4e1f-970c-8ca1e3dce219" providerId="ADAL" clId="{1DA39157-D83E-47B9-952B-1EC17591DAC4}" dt="2024-07-23T17:06:48.591" v="5272" actId="1076"/>
          <ac:spMkLst>
            <pc:docMk/>
            <pc:sldMk cId="3753857986" sldId="487"/>
            <ac:spMk id="6" creationId="{DE646588-22C5-5E7B-8AEB-CFE250C9AD16}"/>
          </ac:spMkLst>
        </pc:spChg>
        <pc:spChg chg="mod">
          <ac:chgData name="Jessica Aloi Rodriguez" userId="1fdb1b46-f6a3-4e1f-970c-8ca1e3dce219" providerId="ADAL" clId="{1DA39157-D83E-47B9-952B-1EC17591DAC4}" dt="2024-07-23T16:56:11.502" v="5243"/>
          <ac:spMkLst>
            <pc:docMk/>
            <pc:sldMk cId="3753857986" sldId="487"/>
            <ac:spMk id="7" creationId="{E3B88604-D5C1-DD5C-0309-B0D54367BCA1}"/>
          </ac:spMkLst>
        </pc:spChg>
        <pc:picChg chg="add mod">
          <ac:chgData name="Jessica Aloi Rodriguez" userId="1fdb1b46-f6a3-4e1f-970c-8ca1e3dce219" providerId="ADAL" clId="{1DA39157-D83E-47B9-952B-1EC17591DAC4}" dt="2024-07-23T17:06:33.551" v="5271" actId="1076"/>
          <ac:picMkLst>
            <pc:docMk/>
            <pc:sldMk cId="3753857986" sldId="487"/>
            <ac:picMk id="4" creationId="{7951D413-C34E-C6CE-4B46-E0601CAD50A0}"/>
          </ac:picMkLst>
        </pc:picChg>
      </pc:sldChg>
      <pc:sldChg chg="addSp delSp modSp add del mod ord modAnim">
        <pc:chgData name="Jessica Aloi Rodriguez" userId="1fdb1b46-f6a3-4e1f-970c-8ca1e3dce219" providerId="ADAL" clId="{1DA39157-D83E-47B9-952B-1EC17591DAC4}" dt="2024-07-18T20:21:21.214" v="3205" actId="47"/>
        <pc:sldMkLst>
          <pc:docMk/>
          <pc:sldMk cId="4248507869" sldId="487"/>
        </pc:sldMkLst>
        <pc:spChg chg="del">
          <ac:chgData name="Jessica Aloi Rodriguez" userId="1fdb1b46-f6a3-4e1f-970c-8ca1e3dce219" providerId="ADAL" clId="{1DA39157-D83E-47B9-952B-1EC17591DAC4}" dt="2024-07-16T20:35:53.903" v="2115" actId="478"/>
          <ac:spMkLst>
            <pc:docMk/>
            <pc:sldMk cId="4248507869" sldId="487"/>
            <ac:spMk id="2" creationId="{AE545717-1E68-644D-327B-804C14E49689}"/>
          </ac:spMkLst>
        </pc:spChg>
        <pc:spChg chg="add mod">
          <ac:chgData name="Jessica Aloi Rodriguez" userId="1fdb1b46-f6a3-4e1f-970c-8ca1e3dce219" providerId="ADAL" clId="{1DA39157-D83E-47B9-952B-1EC17591DAC4}" dt="2024-07-17T16:04:45.196" v="2642" actId="164"/>
          <ac:spMkLst>
            <pc:docMk/>
            <pc:sldMk cId="4248507869" sldId="487"/>
            <ac:spMk id="2" creationId="{EAE81561-E6FA-560C-1639-6149982A0FF8}"/>
          </ac:spMkLst>
        </pc:spChg>
        <pc:spChg chg="add mod">
          <ac:chgData name="Jessica Aloi Rodriguez" userId="1fdb1b46-f6a3-4e1f-970c-8ca1e3dce219" providerId="ADAL" clId="{1DA39157-D83E-47B9-952B-1EC17591DAC4}" dt="2024-07-17T16:04:45.196" v="2642" actId="164"/>
          <ac:spMkLst>
            <pc:docMk/>
            <pc:sldMk cId="4248507869" sldId="487"/>
            <ac:spMk id="3" creationId="{9335B2EC-32AF-47DF-1CCC-97EC1935A9C7}"/>
          </ac:spMkLst>
        </pc:spChg>
        <pc:spChg chg="add mod">
          <ac:chgData name="Jessica Aloi Rodriguez" userId="1fdb1b46-f6a3-4e1f-970c-8ca1e3dce219" providerId="ADAL" clId="{1DA39157-D83E-47B9-952B-1EC17591DAC4}" dt="2024-07-16T20:37:17.127" v="2153" actId="20577"/>
          <ac:spMkLst>
            <pc:docMk/>
            <pc:sldMk cId="4248507869" sldId="487"/>
            <ac:spMk id="4" creationId="{F7A729C9-D054-02AB-DE8E-0E97D67907A8}"/>
          </ac:spMkLst>
        </pc:spChg>
        <pc:spChg chg="add mod">
          <ac:chgData name="Jessica Aloi Rodriguez" userId="1fdb1b46-f6a3-4e1f-970c-8ca1e3dce219" providerId="ADAL" clId="{1DA39157-D83E-47B9-952B-1EC17591DAC4}" dt="2024-07-17T16:04:45.196" v="2642" actId="164"/>
          <ac:spMkLst>
            <pc:docMk/>
            <pc:sldMk cId="4248507869" sldId="487"/>
            <ac:spMk id="5" creationId="{C32FD14A-4595-1D04-895B-1236EE97D54A}"/>
          </ac:spMkLst>
        </pc:spChg>
        <pc:spChg chg="mod">
          <ac:chgData name="Jessica Aloi Rodriguez" userId="1fdb1b46-f6a3-4e1f-970c-8ca1e3dce219" providerId="ADAL" clId="{1DA39157-D83E-47B9-952B-1EC17591DAC4}" dt="2024-07-15T20:07:13.037" v="1122" actId="207"/>
          <ac:spMkLst>
            <pc:docMk/>
            <pc:sldMk cId="4248507869" sldId="487"/>
            <ac:spMk id="7" creationId="{E3B88604-D5C1-DD5C-0309-B0D54367BCA1}"/>
          </ac:spMkLst>
        </pc:spChg>
        <pc:spChg chg="add mod">
          <ac:chgData name="Jessica Aloi Rodriguez" userId="1fdb1b46-f6a3-4e1f-970c-8ca1e3dce219" providerId="ADAL" clId="{1DA39157-D83E-47B9-952B-1EC17591DAC4}" dt="2024-07-17T16:04:45.196" v="2642" actId="164"/>
          <ac:spMkLst>
            <pc:docMk/>
            <pc:sldMk cId="4248507869" sldId="487"/>
            <ac:spMk id="9" creationId="{B6D072C6-D0F1-5C6F-FBD1-821AE1292E7A}"/>
          </ac:spMkLst>
        </pc:spChg>
        <pc:grpChg chg="add mod">
          <ac:chgData name="Jessica Aloi Rodriguez" userId="1fdb1b46-f6a3-4e1f-970c-8ca1e3dce219" providerId="ADAL" clId="{1DA39157-D83E-47B9-952B-1EC17591DAC4}" dt="2024-07-17T16:04:45.196" v="2642" actId="164"/>
          <ac:grpSpMkLst>
            <pc:docMk/>
            <pc:sldMk cId="4248507869" sldId="487"/>
            <ac:grpSpMk id="11" creationId="{A6AA38C3-B620-62CC-A028-B7CE778D5415}"/>
          </ac:grpSpMkLst>
        </pc:grpChg>
      </pc:sldChg>
      <pc:sldChg chg="addSp modSp add del mod ord modAnim modShow">
        <pc:chgData name="Jessica Aloi Rodriguez" userId="1fdb1b46-f6a3-4e1f-970c-8ca1e3dce219" providerId="ADAL" clId="{1DA39157-D83E-47B9-952B-1EC17591DAC4}" dt="2024-07-17T17:33:09.033" v="3113" actId="47"/>
        <pc:sldMkLst>
          <pc:docMk/>
          <pc:sldMk cId="347533407" sldId="488"/>
        </pc:sldMkLst>
        <pc:spChg chg="mod">
          <ac:chgData name="Jessica Aloi Rodriguez" userId="1fdb1b46-f6a3-4e1f-970c-8ca1e3dce219" providerId="ADAL" clId="{1DA39157-D83E-47B9-952B-1EC17591DAC4}" dt="2024-07-16T20:40:43.152" v="2245" actId="113"/>
          <ac:spMkLst>
            <pc:docMk/>
            <pc:sldMk cId="347533407" sldId="488"/>
            <ac:spMk id="2" creationId="{AE545717-1E68-644D-327B-804C14E49689}"/>
          </ac:spMkLst>
        </pc:spChg>
        <pc:spChg chg="add mod">
          <ac:chgData name="Jessica Aloi Rodriguez" userId="1fdb1b46-f6a3-4e1f-970c-8ca1e3dce219" providerId="ADAL" clId="{1DA39157-D83E-47B9-952B-1EC17591DAC4}" dt="2024-07-16T21:14:04.011" v="2334" actId="20577"/>
          <ac:spMkLst>
            <pc:docMk/>
            <pc:sldMk cId="347533407" sldId="488"/>
            <ac:spMk id="3" creationId="{8DF07043-E42B-AFC6-D648-B6C536E6FEEE}"/>
          </ac:spMkLst>
        </pc:spChg>
        <pc:spChg chg="mod">
          <ac:chgData name="Jessica Aloi Rodriguez" userId="1fdb1b46-f6a3-4e1f-970c-8ca1e3dce219" providerId="ADAL" clId="{1DA39157-D83E-47B9-952B-1EC17591DAC4}" dt="2024-07-15T20:07:43.206" v="1137" actId="20577"/>
          <ac:spMkLst>
            <pc:docMk/>
            <pc:sldMk cId="347533407" sldId="488"/>
            <ac:spMk id="7" creationId="{E3B88604-D5C1-DD5C-0309-B0D54367BCA1}"/>
          </ac:spMkLst>
        </pc:spChg>
      </pc:sldChg>
      <pc:sldChg chg="modSp add del mod">
        <pc:chgData name="Jessica Aloi Rodriguez" userId="1fdb1b46-f6a3-4e1f-970c-8ca1e3dce219" providerId="ADAL" clId="{1DA39157-D83E-47B9-952B-1EC17591DAC4}" dt="2024-07-23T19:34:44.014" v="5913" actId="47"/>
        <pc:sldMkLst>
          <pc:docMk/>
          <pc:sldMk cId="801714442" sldId="488"/>
        </pc:sldMkLst>
        <pc:spChg chg="mod">
          <ac:chgData name="Jessica Aloi Rodriguez" userId="1fdb1b46-f6a3-4e1f-970c-8ca1e3dce219" providerId="ADAL" clId="{1DA39157-D83E-47B9-952B-1EC17591DAC4}" dt="2024-07-23T17:17:55.256" v="5394"/>
          <ac:spMkLst>
            <pc:docMk/>
            <pc:sldMk cId="801714442" sldId="488"/>
            <ac:spMk id="7" creationId="{E3B88604-D5C1-DD5C-0309-B0D54367BCA1}"/>
          </ac:spMkLst>
        </pc:spChg>
      </pc:sldChg>
      <pc:sldChg chg="modSp add del mod">
        <pc:chgData name="Jessica Aloi Rodriguez" userId="1fdb1b46-f6a3-4e1f-970c-8ca1e3dce219" providerId="ADAL" clId="{1DA39157-D83E-47B9-952B-1EC17591DAC4}" dt="2024-07-17T17:33:17.285" v="3114" actId="47"/>
        <pc:sldMkLst>
          <pc:docMk/>
          <pc:sldMk cId="1591537105" sldId="489"/>
        </pc:sldMkLst>
        <pc:spChg chg="mod">
          <ac:chgData name="Jessica Aloi Rodriguez" userId="1fdb1b46-f6a3-4e1f-970c-8ca1e3dce219" providerId="ADAL" clId="{1DA39157-D83E-47B9-952B-1EC17591DAC4}" dt="2024-07-17T17:25:50.952" v="3107" actId="21"/>
          <ac:spMkLst>
            <pc:docMk/>
            <pc:sldMk cId="1591537105" sldId="489"/>
            <ac:spMk id="2" creationId="{AE545717-1E68-644D-327B-804C14E49689}"/>
          </ac:spMkLst>
        </pc:spChg>
        <pc:spChg chg="mod">
          <ac:chgData name="Jessica Aloi Rodriguez" userId="1fdb1b46-f6a3-4e1f-970c-8ca1e3dce219" providerId="ADAL" clId="{1DA39157-D83E-47B9-952B-1EC17591DAC4}" dt="2024-07-16T20:05:09.327" v="1573" actId="20577"/>
          <ac:spMkLst>
            <pc:docMk/>
            <pc:sldMk cId="1591537105" sldId="489"/>
            <ac:spMk id="7" creationId="{E3B88604-D5C1-DD5C-0309-B0D54367BCA1}"/>
          </ac:spMkLst>
        </pc:spChg>
      </pc:sldChg>
      <pc:sldChg chg="addSp modSp add mod">
        <pc:chgData name="Jessica Aloi Rodriguez" userId="1fdb1b46-f6a3-4e1f-970c-8ca1e3dce219" providerId="ADAL" clId="{1DA39157-D83E-47B9-952B-1EC17591DAC4}" dt="2024-07-23T17:17:21.384" v="5381" actId="1076"/>
        <pc:sldMkLst>
          <pc:docMk/>
          <pc:sldMk cId="3977543995" sldId="489"/>
        </pc:sldMkLst>
        <pc:spChg chg="mod">
          <ac:chgData name="Jessica Aloi Rodriguez" userId="1fdb1b46-f6a3-4e1f-970c-8ca1e3dce219" providerId="ADAL" clId="{1DA39157-D83E-47B9-952B-1EC17591DAC4}" dt="2024-07-23T17:17:19.811" v="5380" actId="1076"/>
          <ac:spMkLst>
            <pc:docMk/>
            <pc:sldMk cId="3977543995" sldId="489"/>
            <ac:spMk id="2" creationId="{AE545717-1E68-644D-327B-804C14E49689}"/>
          </ac:spMkLst>
        </pc:spChg>
        <pc:spChg chg="mod">
          <ac:chgData name="Jessica Aloi Rodriguez" userId="1fdb1b46-f6a3-4e1f-970c-8ca1e3dce219" providerId="ADAL" clId="{1DA39157-D83E-47B9-952B-1EC17591DAC4}" dt="2024-07-23T17:08:40.224" v="5337"/>
          <ac:spMkLst>
            <pc:docMk/>
            <pc:sldMk cId="3977543995" sldId="489"/>
            <ac:spMk id="7" creationId="{E3B88604-D5C1-DD5C-0309-B0D54367BCA1}"/>
          </ac:spMkLst>
        </pc:spChg>
        <pc:picChg chg="add mod">
          <ac:chgData name="Jessica Aloi Rodriguez" userId="1fdb1b46-f6a3-4e1f-970c-8ca1e3dce219" providerId="ADAL" clId="{1DA39157-D83E-47B9-952B-1EC17591DAC4}" dt="2024-07-23T17:17:21.384" v="5381" actId="1076"/>
          <ac:picMkLst>
            <pc:docMk/>
            <pc:sldMk cId="3977543995" sldId="489"/>
            <ac:picMk id="4" creationId="{C88E7B45-5A91-0B20-3DEE-10228C4C26CA}"/>
          </ac:picMkLst>
        </pc:picChg>
      </pc:sldChg>
      <pc:sldChg chg="addSp modSp add del mod ord modAnim">
        <pc:chgData name="Jessica Aloi Rodriguez" userId="1fdb1b46-f6a3-4e1f-970c-8ca1e3dce219" providerId="ADAL" clId="{1DA39157-D83E-47B9-952B-1EC17591DAC4}" dt="2024-07-18T20:21:20.382" v="3204" actId="47"/>
        <pc:sldMkLst>
          <pc:docMk/>
          <pc:sldMk cId="519912390" sldId="490"/>
        </pc:sldMkLst>
        <pc:spChg chg="mod">
          <ac:chgData name="Jessica Aloi Rodriguez" userId="1fdb1b46-f6a3-4e1f-970c-8ca1e3dce219" providerId="ADAL" clId="{1DA39157-D83E-47B9-952B-1EC17591DAC4}" dt="2024-07-16T20:36:57.780" v="2139" actId="20577"/>
          <ac:spMkLst>
            <pc:docMk/>
            <pc:sldMk cId="519912390" sldId="490"/>
            <ac:spMk id="2" creationId="{AE545717-1E68-644D-327B-804C14E49689}"/>
          </ac:spMkLst>
        </pc:spChg>
        <pc:spChg chg="add mod">
          <ac:chgData name="Jessica Aloi Rodriguez" userId="1fdb1b46-f6a3-4e1f-970c-8ca1e3dce219" providerId="ADAL" clId="{1DA39157-D83E-47B9-952B-1EC17591DAC4}" dt="2024-07-16T20:33:16.276" v="2069" actId="404"/>
          <ac:spMkLst>
            <pc:docMk/>
            <pc:sldMk cId="519912390" sldId="490"/>
            <ac:spMk id="4" creationId="{F03F4FD0-F737-5F87-4635-47D141DA3639}"/>
          </ac:spMkLst>
        </pc:spChg>
        <pc:spChg chg="add mod">
          <ac:chgData name="Jessica Aloi Rodriguez" userId="1fdb1b46-f6a3-4e1f-970c-8ca1e3dce219" providerId="ADAL" clId="{1DA39157-D83E-47B9-952B-1EC17591DAC4}" dt="2024-07-16T20:34:19.348" v="2101" actId="113"/>
          <ac:spMkLst>
            <pc:docMk/>
            <pc:sldMk cId="519912390" sldId="490"/>
            <ac:spMk id="9" creationId="{D8E7D7BD-BBC4-D67C-0ECA-29556BB8A5C0}"/>
          </ac:spMkLst>
        </pc:spChg>
        <pc:spChg chg="add mod">
          <ac:chgData name="Jessica Aloi Rodriguez" userId="1fdb1b46-f6a3-4e1f-970c-8ca1e3dce219" providerId="ADAL" clId="{1DA39157-D83E-47B9-952B-1EC17591DAC4}" dt="2024-07-16T20:34:45.494" v="2110" actId="1036"/>
          <ac:spMkLst>
            <pc:docMk/>
            <pc:sldMk cId="519912390" sldId="490"/>
            <ac:spMk id="11" creationId="{6C4724C9-4B7D-C777-B6EE-4D94024569D3}"/>
          </ac:spMkLst>
        </pc:spChg>
      </pc:sldChg>
      <pc:sldChg chg="addSp modSp add mod">
        <pc:chgData name="Jessica Aloi Rodriguez" userId="1fdb1b46-f6a3-4e1f-970c-8ca1e3dce219" providerId="ADAL" clId="{1DA39157-D83E-47B9-952B-1EC17591DAC4}" dt="2024-07-23T16:53:37.608" v="5242" actId="1076"/>
        <pc:sldMkLst>
          <pc:docMk/>
          <pc:sldMk cId="1075079721" sldId="490"/>
        </pc:sldMkLst>
        <pc:spChg chg="mod">
          <ac:chgData name="Jessica Aloi Rodriguez" userId="1fdb1b46-f6a3-4e1f-970c-8ca1e3dce219" providerId="ADAL" clId="{1DA39157-D83E-47B9-952B-1EC17591DAC4}" dt="2024-07-23T16:53:37.608" v="5242" actId="1076"/>
          <ac:spMkLst>
            <pc:docMk/>
            <pc:sldMk cId="1075079721" sldId="490"/>
            <ac:spMk id="2" creationId="{AE545717-1E68-644D-327B-804C14E49689}"/>
          </ac:spMkLst>
        </pc:spChg>
        <pc:picChg chg="add mod">
          <ac:chgData name="Jessica Aloi Rodriguez" userId="1fdb1b46-f6a3-4e1f-970c-8ca1e3dce219" providerId="ADAL" clId="{1DA39157-D83E-47B9-952B-1EC17591DAC4}" dt="2024-07-23T16:52:34.251" v="5224" actId="14100"/>
          <ac:picMkLst>
            <pc:docMk/>
            <pc:sldMk cId="1075079721" sldId="490"/>
            <ac:picMk id="4" creationId="{00FB2049-4113-D6A4-1B71-BFDBDE6C4EB3}"/>
          </ac:picMkLst>
        </pc:picChg>
      </pc:sldChg>
      <pc:sldChg chg="add del">
        <pc:chgData name="Jessica Aloi Rodriguez" userId="1fdb1b46-f6a3-4e1f-970c-8ca1e3dce219" providerId="ADAL" clId="{1DA39157-D83E-47B9-952B-1EC17591DAC4}" dt="2024-07-23T16:00:09.118" v="4920" actId="47"/>
        <pc:sldMkLst>
          <pc:docMk/>
          <pc:sldMk cId="3037668506" sldId="490"/>
        </pc:sldMkLst>
      </pc:sldChg>
      <pc:sldChg chg="add del">
        <pc:chgData name="Jessica Aloi Rodriguez" userId="1fdb1b46-f6a3-4e1f-970c-8ca1e3dce219" providerId="ADAL" clId="{1DA39157-D83E-47B9-952B-1EC17591DAC4}" dt="2024-07-23T16:00:59.078" v="4939" actId="47"/>
        <pc:sldMkLst>
          <pc:docMk/>
          <pc:sldMk cId="3669665140" sldId="490"/>
        </pc:sldMkLst>
      </pc:sldChg>
      <pc:sldChg chg="modSp add del mod ord">
        <pc:chgData name="Jessica Aloi Rodriguez" userId="1fdb1b46-f6a3-4e1f-970c-8ca1e3dce219" providerId="ADAL" clId="{1DA39157-D83E-47B9-952B-1EC17591DAC4}" dt="2024-07-18T20:21:22.709" v="3206" actId="47"/>
        <pc:sldMkLst>
          <pc:docMk/>
          <pc:sldMk cId="447928617" sldId="491"/>
        </pc:sldMkLst>
        <pc:spChg chg="mod">
          <ac:chgData name="Jessica Aloi Rodriguez" userId="1fdb1b46-f6a3-4e1f-970c-8ca1e3dce219" providerId="ADAL" clId="{1DA39157-D83E-47B9-952B-1EC17591DAC4}" dt="2024-07-17T16:57:23.760" v="2938" actId="20577"/>
          <ac:spMkLst>
            <pc:docMk/>
            <pc:sldMk cId="447928617" sldId="491"/>
            <ac:spMk id="2" creationId="{AE545717-1E68-644D-327B-804C14E49689}"/>
          </ac:spMkLst>
        </pc:spChg>
      </pc:sldChg>
      <pc:sldChg chg="addSp modSp add mod">
        <pc:chgData name="Jessica Aloi Rodriguez" userId="1fdb1b46-f6a3-4e1f-970c-8ca1e3dce219" providerId="ADAL" clId="{1DA39157-D83E-47B9-952B-1EC17591DAC4}" dt="2024-07-23T16:44:02.393" v="5207" actId="20577"/>
        <pc:sldMkLst>
          <pc:docMk/>
          <pc:sldMk cId="2780660181" sldId="491"/>
        </pc:sldMkLst>
        <pc:spChg chg="mod">
          <ac:chgData name="Jessica Aloi Rodriguez" userId="1fdb1b46-f6a3-4e1f-970c-8ca1e3dce219" providerId="ADAL" clId="{1DA39157-D83E-47B9-952B-1EC17591DAC4}" dt="2024-07-23T16:44:02.393" v="5207" actId="20577"/>
          <ac:spMkLst>
            <pc:docMk/>
            <pc:sldMk cId="2780660181" sldId="491"/>
            <ac:spMk id="2" creationId="{AE545717-1E68-644D-327B-804C14E49689}"/>
          </ac:spMkLst>
        </pc:spChg>
        <pc:picChg chg="add mod">
          <ac:chgData name="Jessica Aloi Rodriguez" userId="1fdb1b46-f6a3-4e1f-970c-8ca1e3dce219" providerId="ADAL" clId="{1DA39157-D83E-47B9-952B-1EC17591DAC4}" dt="2024-07-23T16:43:18.936" v="5203" actId="14100"/>
          <ac:picMkLst>
            <pc:docMk/>
            <pc:sldMk cId="2780660181" sldId="491"/>
            <ac:picMk id="4" creationId="{592DEB9E-AB44-9083-C950-49836D90E30F}"/>
          </ac:picMkLst>
        </pc:picChg>
      </pc:sldChg>
      <pc:sldChg chg="modSp add mod">
        <pc:chgData name="Jessica Aloi Rodriguez" userId="1fdb1b46-f6a3-4e1f-970c-8ca1e3dce219" providerId="ADAL" clId="{1DA39157-D83E-47B9-952B-1EC17591DAC4}" dt="2024-07-23T16:42:43.872" v="5189" actId="21"/>
        <pc:sldMkLst>
          <pc:docMk/>
          <pc:sldMk cId="181713152" sldId="492"/>
        </pc:sldMkLst>
        <pc:spChg chg="mod">
          <ac:chgData name="Jessica Aloi Rodriguez" userId="1fdb1b46-f6a3-4e1f-970c-8ca1e3dce219" providerId="ADAL" clId="{1DA39157-D83E-47B9-952B-1EC17591DAC4}" dt="2024-07-23T16:42:43.872" v="5189" actId="21"/>
          <ac:spMkLst>
            <pc:docMk/>
            <pc:sldMk cId="181713152" sldId="492"/>
            <ac:spMk id="2" creationId="{AE545717-1E68-644D-327B-804C14E49689}"/>
          </ac:spMkLst>
        </pc:spChg>
      </pc:sldChg>
      <pc:sldChg chg="delSp modSp add del mod modShow">
        <pc:chgData name="Jessica Aloi Rodriguez" userId="1fdb1b46-f6a3-4e1f-970c-8ca1e3dce219" providerId="ADAL" clId="{1DA39157-D83E-47B9-952B-1EC17591DAC4}" dt="2024-07-17T17:26:43.104" v="3112" actId="47"/>
        <pc:sldMkLst>
          <pc:docMk/>
          <pc:sldMk cId="2004814462" sldId="492"/>
        </pc:sldMkLst>
        <pc:spChg chg="del mod">
          <ac:chgData name="Jessica Aloi Rodriguez" userId="1fdb1b46-f6a3-4e1f-970c-8ca1e3dce219" providerId="ADAL" clId="{1DA39157-D83E-47B9-952B-1EC17591DAC4}" dt="2024-07-17T17:26:42.013" v="3111"/>
          <ac:spMkLst>
            <pc:docMk/>
            <pc:sldMk cId="2004814462" sldId="492"/>
            <ac:spMk id="2" creationId="{AE545717-1E68-644D-327B-804C14E49689}"/>
          </ac:spMkLst>
        </pc:spChg>
      </pc:sldChg>
      <pc:sldChg chg="addSp modSp add mod">
        <pc:chgData name="Jessica Aloi Rodriguez" userId="1fdb1b46-f6a3-4e1f-970c-8ca1e3dce219" providerId="ADAL" clId="{1DA39157-D83E-47B9-952B-1EC17591DAC4}" dt="2024-07-23T16:19:17.619" v="5107" actId="1076"/>
        <pc:sldMkLst>
          <pc:docMk/>
          <pc:sldMk cId="637169161" sldId="493"/>
        </pc:sldMkLst>
        <pc:spChg chg="mod">
          <ac:chgData name="Jessica Aloi Rodriguez" userId="1fdb1b46-f6a3-4e1f-970c-8ca1e3dce219" providerId="ADAL" clId="{1DA39157-D83E-47B9-952B-1EC17591DAC4}" dt="2024-07-23T16:18:40.479" v="5103" actId="123"/>
          <ac:spMkLst>
            <pc:docMk/>
            <pc:sldMk cId="637169161" sldId="493"/>
            <ac:spMk id="2" creationId="{AE545717-1E68-644D-327B-804C14E49689}"/>
          </ac:spMkLst>
        </pc:spChg>
        <pc:picChg chg="add mod">
          <ac:chgData name="Jessica Aloi Rodriguez" userId="1fdb1b46-f6a3-4e1f-970c-8ca1e3dce219" providerId="ADAL" clId="{1DA39157-D83E-47B9-952B-1EC17591DAC4}" dt="2024-07-23T16:19:17.619" v="5107" actId="1076"/>
          <ac:picMkLst>
            <pc:docMk/>
            <pc:sldMk cId="637169161" sldId="493"/>
            <ac:picMk id="4" creationId="{4386B6F8-455D-1ED1-12F8-BAB56780C618}"/>
          </ac:picMkLst>
        </pc:picChg>
      </pc:sldChg>
      <pc:sldChg chg="add del">
        <pc:chgData name="Jessica Aloi Rodriguez" userId="1fdb1b46-f6a3-4e1f-970c-8ca1e3dce219" providerId="ADAL" clId="{1DA39157-D83E-47B9-952B-1EC17591DAC4}" dt="2024-07-23T19:34:45.078" v="5915" actId="47"/>
        <pc:sldMkLst>
          <pc:docMk/>
          <pc:sldMk cId="2047752187" sldId="494"/>
        </pc:sldMkLst>
      </pc:sldChg>
      <pc:sldChg chg="add del">
        <pc:chgData name="Jessica Aloi Rodriguez" userId="1fdb1b46-f6a3-4e1f-970c-8ca1e3dce219" providerId="ADAL" clId="{1DA39157-D83E-47B9-952B-1EC17591DAC4}" dt="2024-07-23T19:34:44.442" v="5914" actId="47"/>
        <pc:sldMkLst>
          <pc:docMk/>
          <pc:sldMk cId="1204481765" sldId="495"/>
        </pc:sldMkLst>
      </pc:sldChg>
      <pc:sldChg chg="add del">
        <pc:chgData name="Jessica Aloi Rodriguez" userId="1fdb1b46-f6a3-4e1f-970c-8ca1e3dce219" providerId="ADAL" clId="{1DA39157-D83E-47B9-952B-1EC17591DAC4}" dt="2024-07-23T19:26:22.763" v="5907" actId="47"/>
        <pc:sldMkLst>
          <pc:docMk/>
          <pc:sldMk cId="185922073" sldId="496"/>
        </pc:sldMkLst>
      </pc:sldChg>
    </pc:docChg>
  </pc:docChgLst>
  <pc:docChgLst>
    <pc:chgData name="Jessica Aloi Rodriguez" userId="1fdb1b46-f6a3-4e1f-970c-8ca1e3dce219" providerId="ADAL" clId="{24EA7552-D390-4A09-BB13-D094F1D12AB6}"/>
    <pc:docChg chg="undo custSel modSld">
      <pc:chgData name="Jessica Aloi Rodriguez" userId="1fdb1b46-f6a3-4e1f-970c-8ca1e3dce219" providerId="ADAL" clId="{24EA7552-D390-4A09-BB13-D094F1D12AB6}" dt="2024-07-15T13:46:34.535" v="29" actId="113"/>
      <pc:docMkLst>
        <pc:docMk/>
      </pc:docMkLst>
      <pc:sldChg chg="modSp">
        <pc:chgData name="Jessica Aloi Rodriguez" userId="1fdb1b46-f6a3-4e1f-970c-8ca1e3dce219" providerId="ADAL" clId="{24EA7552-D390-4A09-BB13-D094F1D12AB6}" dt="2024-07-15T13:45:39.384" v="28" actId="404"/>
        <pc:sldMkLst>
          <pc:docMk/>
          <pc:sldMk cId="1184709136" sldId="465"/>
        </pc:sldMkLst>
        <pc:spChg chg="mod">
          <ac:chgData name="Jessica Aloi Rodriguez" userId="1fdb1b46-f6a3-4e1f-970c-8ca1e3dce219" providerId="ADAL" clId="{24EA7552-D390-4A09-BB13-D094F1D12AB6}" dt="2024-07-15T13:45:39.384" v="28" actId="404"/>
          <ac:spMkLst>
            <pc:docMk/>
            <pc:sldMk cId="1184709136" sldId="465"/>
            <ac:spMk id="15" creationId="{C6AE06AE-77EE-9846-9339-E88EB5FD5ACD}"/>
          </ac:spMkLst>
        </pc:spChg>
      </pc:sldChg>
      <pc:sldChg chg="modSp mod">
        <pc:chgData name="Jessica Aloi Rodriguez" userId="1fdb1b46-f6a3-4e1f-970c-8ca1e3dce219" providerId="ADAL" clId="{24EA7552-D390-4A09-BB13-D094F1D12AB6}" dt="2024-07-15T13:45:04.124" v="25" actId="404"/>
        <pc:sldMkLst>
          <pc:docMk/>
          <pc:sldMk cId="2605126667" sldId="467"/>
        </pc:sldMkLst>
        <pc:spChg chg="mod">
          <ac:chgData name="Jessica Aloi Rodriguez" userId="1fdb1b46-f6a3-4e1f-970c-8ca1e3dce219" providerId="ADAL" clId="{24EA7552-D390-4A09-BB13-D094F1D12AB6}" dt="2024-07-15T13:45:04.124" v="25" actId="404"/>
          <ac:spMkLst>
            <pc:docMk/>
            <pc:sldMk cId="2605126667" sldId="467"/>
            <ac:spMk id="2" creationId="{AE545717-1E68-644D-327B-804C14E49689}"/>
          </ac:spMkLst>
        </pc:spChg>
      </pc:sldChg>
      <pc:sldChg chg="modSp mod">
        <pc:chgData name="Jessica Aloi Rodriguez" userId="1fdb1b46-f6a3-4e1f-970c-8ca1e3dce219" providerId="ADAL" clId="{24EA7552-D390-4A09-BB13-D094F1D12AB6}" dt="2024-07-15T13:41:58.789" v="19" actId="1076"/>
        <pc:sldMkLst>
          <pc:docMk/>
          <pc:sldMk cId="2961830716" sldId="470"/>
        </pc:sldMkLst>
        <pc:spChg chg="mod">
          <ac:chgData name="Jessica Aloi Rodriguez" userId="1fdb1b46-f6a3-4e1f-970c-8ca1e3dce219" providerId="ADAL" clId="{24EA7552-D390-4A09-BB13-D094F1D12AB6}" dt="2024-07-15T13:41:53.567" v="17" actId="20577"/>
          <ac:spMkLst>
            <pc:docMk/>
            <pc:sldMk cId="2961830716" sldId="470"/>
            <ac:spMk id="2" creationId="{AE545717-1E68-644D-327B-804C14E49689}"/>
          </ac:spMkLst>
        </pc:spChg>
        <pc:picChg chg="mod">
          <ac:chgData name="Jessica Aloi Rodriguez" userId="1fdb1b46-f6a3-4e1f-970c-8ca1e3dce219" providerId="ADAL" clId="{24EA7552-D390-4A09-BB13-D094F1D12AB6}" dt="2024-07-15T13:41:58.789" v="19" actId="1076"/>
          <ac:picMkLst>
            <pc:docMk/>
            <pc:sldMk cId="2961830716" sldId="470"/>
            <ac:picMk id="4" creationId="{FB839DB6-D770-8A41-BD90-80D7A68584C5}"/>
          </ac:picMkLst>
        </pc:picChg>
      </pc:sldChg>
      <pc:sldChg chg="modSp mod">
        <pc:chgData name="Jessica Aloi Rodriguez" userId="1fdb1b46-f6a3-4e1f-970c-8ca1e3dce219" providerId="ADAL" clId="{24EA7552-D390-4A09-BB13-D094F1D12AB6}" dt="2024-07-15T13:41:36.710" v="15" actId="20577"/>
        <pc:sldMkLst>
          <pc:docMk/>
          <pc:sldMk cId="2444069030" sldId="471"/>
        </pc:sldMkLst>
        <pc:spChg chg="mod">
          <ac:chgData name="Jessica Aloi Rodriguez" userId="1fdb1b46-f6a3-4e1f-970c-8ca1e3dce219" providerId="ADAL" clId="{24EA7552-D390-4A09-BB13-D094F1D12AB6}" dt="2024-07-15T13:41:36.710" v="15" actId="20577"/>
          <ac:spMkLst>
            <pc:docMk/>
            <pc:sldMk cId="2444069030" sldId="471"/>
            <ac:spMk id="2" creationId="{AE545717-1E68-644D-327B-804C14E49689}"/>
          </ac:spMkLst>
        </pc:spChg>
      </pc:sldChg>
      <pc:sldChg chg="modSp mod">
        <pc:chgData name="Jessica Aloi Rodriguez" userId="1fdb1b46-f6a3-4e1f-970c-8ca1e3dce219" providerId="ADAL" clId="{24EA7552-D390-4A09-BB13-D094F1D12AB6}" dt="2024-07-15T13:46:34.535" v="29" actId="113"/>
        <pc:sldMkLst>
          <pc:docMk/>
          <pc:sldMk cId="716603183" sldId="477"/>
        </pc:sldMkLst>
        <pc:spChg chg="mod">
          <ac:chgData name="Jessica Aloi Rodriguez" userId="1fdb1b46-f6a3-4e1f-970c-8ca1e3dce219" providerId="ADAL" clId="{24EA7552-D390-4A09-BB13-D094F1D12AB6}" dt="2024-07-15T13:46:34.535" v="29" actId="113"/>
          <ac:spMkLst>
            <pc:docMk/>
            <pc:sldMk cId="716603183" sldId="477"/>
            <ac:spMk id="2" creationId="{AE545717-1E68-644D-327B-804C14E496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007D2-08F4-418F-AE90-44D2A7AE0C3F}" type="datetimeFigureOut">
              <a:rPr lang="en-US" smtClean="0"/>
              <a:t>7/24/2024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FD7468-75B3-41AE-9C4E-22CC7ACBD47F}" type="slidenum">
              <a:rPr lang="en-US" smtClean="0"/>
              <a:t>‹#›</a:t>
            </a:fld>
            <a:endParaRPr lang="en-US"/>
          </a:p>
        </p:txBody>
      </p:sp>
    </p:spTree>
    <p:extLst>
      <p:ext uri="{BB962C8B-B14F-4D97-AF65-F5344CB8AC3E}">
        <p14:creationId xmlns:p14="http://schemas.microsoft.com/office/powerpoint/2010/main" val="2058625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DCFD5A-D2D4-4773-84E0-1B3A3DE46CF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6675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3838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4160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034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9820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6982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9841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2435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7542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7535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37411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5465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8773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2080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6171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1880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7334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0276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113187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74129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3A21B78-CDDB-4C02-B6D4-357E78AB9B2D}" type="datetimeFigureOut">
              <a:rPr lang="en-US" smtClean="0"/>
              <a:t>7/24/2024</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302442491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21B78-CDDB-4C02-B6D4-357E78AB9B2D}" type="datetimeFigureOut">
              <a:rPr lang="en-US" smtClean="0"/>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36970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21B78-CDDB-4C02-B6D4-357E78AB9B2D}" type="datetimeFigureOut">
              <a:rPr lang="en-US" smtClean="0"/>
              <a:t>7/24/2024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606865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A21B78-CDDB-4C02-B6D4-357E78AB9B2D}" type="datetimeFigureOut">
              <a:rPr lang="en-US" smtClean="0"/>
              <a:t>7/24/2024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809924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21B78-CDDB-4C02-B6D4-357E78AB9B2D}" type="datetimeFigureOut">
              <a:rPr lang="en-US" smtClean="0"/>
              <a:t>7/24/2024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6988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313593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9652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4012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73A21B78-CDDB-4C02-B6D4-357E78AB9B2D}" type="datetimeFigureOut">
              <a:rPr lang="en-US" smtClean="0"/>
              <a:t>7/24/2024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6955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73A21B78-CDDB-4C02-B6D4-357E78AB9B2D}" type="datetimeFigureOut">
              <a:rPr lang="en-US" smtClean="0"/>
              <a:t>7/24/2024</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104443996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618-1E64-4BB6-1FBB-D5F8F1F99936}"/>
              </a:ext>
            </a:extLst>
          </p:cNvPr>
          <p:cNvSpPr>
            <a:spLocks noGrp="1"/>
          </p:cNvSpPr>
          <p:nvPr>
            <p:ph type="ctrTitle"/>
          </p:nvPr>
        </p:nvSpPr>
        <p:spPr/>
        <p:txBody>
          <a:bodyPr>
            <a:normAutofit/>
          </a:bodyPr>
          <a:lstStyle/>
          <a:p>
            <a:r>
              <a:rPr lang="en-US" sz="5400" b="1" dirty="0"/>
              <a:t>Las curvas de </a:t>
            </a:r>
            <a:r>
              <a:rPr lang="en-US" sz="5400" b="1" dirty="0" err="1"/>
              <a:t>costos</a:t>
            </a:r>
            <a:endParaRPr lang="en-US" sz="5400" b="1" dirty="0"/>
          </a:p>
        </p:txBody>
      </p:sp>
    </p:spTree>
    <p:extLst>
      <p:ext uri="{BB962C8B-B14F-4D97-AF65-F5344CB8AC3E}">
        <p14:creationId xmlns:p14="http://schemas.microsoft.com/office/powerpoint/2010/main" val="254950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err="1">
                <a:solidFill>
                  <a:srgbClr val="1F497D"/>
                </a:solidFill>
              </a:rPr>
              <a:t>Clase</a:t>
            </a:r>
            <a:r>
              <a:rPr lang="en-US" b="1" dirty="0">
                <a:solidFill>
                  <a:srgbClr val="1F497D"/>
                </a:solidFill>
              </a:rPr>
              <a:t> </a:t>
            </a:r>
            <a:r>
              <a:rPr lang="en-US" b="1" dirty="0" err="1">
                <a:solidFill>
                  <a:srgbClr val="1F497D"/>
                </a:solidFill>
              </a:rPr>
              <a:t>pasada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477983"/>
            <a:ext cx="10624668" cy="5632311"/>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La </a:t>
            </a:r>
            <a:r>
              <a:rPr lang="en-US" sz="3600" dirty="0" err="1">
                <a:solidFill>
                  <a:prstClr val="black"/>
                </a:solidFill>
                <a:latin typeface="Corbel" panose="020B0503020204020204"/>
              </a:rPr>
              <a:t>minimización</a:t>
            </a:r>
            <a:r>
              <a:rPr lang="en-US" sz="3600" dirty="0">
                <a:solidFill>
                  <a:prstClr val="black"/>
                </a:solidFill>
                <a:latin typeface="Corbel" panose="020B0503020204020204"/>
              </a:rPr>
              <a:t> de </a:t>
            </a:r>
            <a:r>
              <a:rPr lang="en-US" sz="3600" dirty="0" err="1">
                <a:solidFill>
                  <a:prstClr val="black"/>
                </a:solidFill>
                <a:latin typeface="Corbel" panose="020B0503020204020204"/>
              </a:rPr>
              <a:t>costos</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Función</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demanda</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condicionada</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los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factores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Costos a </a:t>
            </a:r>
            <a:r>
              <a:rPr lang="en-US" sz="3600" dirty="0" err="1">
                <a:solidFill>
                  <a:prstClr val="black"/>
                </a:solidFill>
                <a:latin typeface="Corbel" panose="020B0503020204020204"/>
              </a:rPr>
              <a:t>corto</a:t>
            </a:r>
            <a:r>
              <a:rPr lang="en-US" sz="3600" dirty="0">
                <a:solidFill>
                  <a:prstClr val="black"/>
                </a:solidFill>
                <a:latin typeface="Corbel" panose="020B0503020204020204"/>
              </a:rPr>
              <a:t> y largo </a:t>
            </a:r>
            <a:r>
              <a:rPr lang="en-US" sz="3600" dirty="0" err="1">
                <a:solidFill>
                  <a:prstClr val="black"/>
                </a:solidFill>
                <a:latin typeface="Corbel" panose="020B0503020204020204"/>
              </a:rPr>
              <a:t>plazo</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Costos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fijos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y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cuasifijos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Costos </a:t>
            </a:r>
            <a:r>
              <a:rPr lang="en-US" sz="3600" dirty="0" err="1">
                <a:solidFill>
                  <a:prstClr val="black"/>
                </a:solidFill>
                <a:latin typeface="Corbel" panose="020B0503020204020204"/>
              </a:rPr>
              <a:t>hundidos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425264150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a:solidFill>
                  <a:srgbClr val="1F497D"/>
                </a:solidFill>
              </a:rPr>
              <a:t>Temas a </a:t>
            </a:r>
            <a:r>
              <a:rPr lang="en-US" b="1" dirty="0" err="1">
                <a:solidFill>
                  <a:srgbClr val="1F497D"/>
                </a:solidFill>
              </a:rPr>
              <a:t>desarrollar</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3" name="TextBox 2">
            <a:extLst>
              <a:ext uri="{FF2B5EF4-FFF2-40B4-BE49-F238E27FC236}">
                <a16:creationId xmlns:a16="http://schemas.microsoft.com/office/drawing/2014/main" id="{FC67AAE0-DE31-E221-9028-36CC771882C9}"/>
              </a:ext>
            </a:extLst>
          </p:cNvPr>
          <p:cNvSpPr txBox="1"/>
          <p:nvPr/>
        </p:nvSpPr>
        <p:spPr>
          <a:xfrm>
            <a:off x="657226" y="1477983"/>
            <a:ext cx="10624668" cy="1754326"/>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Las curvas de </a:t>
            </a:r>
            <a:r>
              <a:rPr lang="en-US" sz="3600" dirty="0" err="1">
                <a:solidFill>
                  <a:prstClr val="black"/>
                </a:solidFill>
                <a:latin typeface="Corbel" panose="020B0503020204020204"/>
              </a:rPr>
              <a:t>costos</a:t>
            </a:r>
            <a:r>
              <a:rPr lang="en-US" sz="3600" dirty="0">
                <a:solidFill>
                  <a:prstClr val="black"/>
                </a:solidFill>
                <a:latin typeface="Corbel" panose="020B0503020204020204"/>
              </a:rPr>
              <a:t> </a:t>
            </a:r>
            <a:r>
              <a:rPr lang="en-US" sz="3600" dirty="0" err="1">
                <a:solidFill>
                  <a:prstClr val="black"/>
                </a:solidFill>
                <a:latin typeface="Corbel" panose="020B0503020204020204"/>
              </a:rPr>
              <a:t>en</a:t>
            </a:r>
            <a:r>
              <a:rPr lang="en-US" sz="3600" dirty="0">
                <a:solidFill>
                  <a:prstClr val="black"/>
                </a:solidFill>
                <a:latin typeface="Corbel" panose="020B0503020204020204"/>
              </a:rPr>
              <a:t> </a:t>
            </a:r>
            <a:r>
              <a:rPr lang="en-US" sz="3600" dirty="0" err="1">
                <a:solidFill>
                  <a:prstClr val="black"/>
                </a:solidFill>
                <a:latin typeface="Corbel" panose="020B0503020204020204"/>
              </a:rPr>
              <a:t>el</a:t>
            </a:r>
            <a:r>
              <a:rPr lang="en-US" sz="3600" dirty="0">
                <a:solidFill>
                  <a:prstClr val="black"/>
                </a:solidFill>
                <a:latin typeface="Corbel" panose="020B0503020204020204"/>
              </a:rPr>
              <a:t> </a:t>
            </a:r>
            <a:r>
              <a:rPr lang="en-US" sz="3600" dirty="0" err="1">
                <a:solidFill>
                  <a:prstClr val="black"/>
                </a:solidFill>
                <a:latin typeface="Corbel" panose="020B0503020204020204"/>
              </a:rPr>
              <a:t>corto</a:t>
            </a:r>
            <a:r>
              <a:rPr lang="en-US" sz="3600" dirty="0">
                <a:solidFill>
                  <a:prstClr val="black"/>
                </a:solidFill>
                <a:latin typeface="Corbel" panose="020B0503020204020204"/>
              </a:rPr>
              <a:t> </a:t>
            </a:r>
            <a:r>
              <a:rPr lang="en-US" sz="3600" dirty="0" err="1">
                <a:solidFill>
                  <a:prstClr val="black"/>
                </a:solidFill>
                <a:latin typeface="Corbel" panose="020B0503020204020204"/>
              </a:rPr>
              <a:t>plazo</a:t>
            </a:r>
            <a:r>
              <a:rPr lang="en-US" sz="3600" dirty="0">
                <a:solidFill>
                  <a:prstClr val="black"/>
                </a:solidFill>
                <a:latin typeface="Corbel" panose="020B0503020204020204"/>
              </a:rPr>
              <a:t> </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Las curvas de </a:t>
            </a:r>
            <a:r>
              <a:rPr lang="en-US" sz="3600" dirty="0" err="1">
                <a:solidFill>
                  <a:prstClr val="black"/>
                </a:solidFill>
                <a:latin typeface="Corbel" panose="020B0503020204020204"/>
              </a:rPr>
              <a:t>costos</a:t>
            </a:r>
            <a:r>
              <a:rPr lang="en-US" sz="3600" dirty="0">
                <a:solidFill>
                  <a:prstClr val="black"/>
                </a:solidFill>
                <a:latin typeface="Corbel" panose="020B0503020204020204"/>
              </a:rPr>
              <a:t> </a:t>
            </a:r>
            <a:r>
              <a:rPr lang="en-US" sz="3600" dirty="0" err="1">
                <a:solidFill>
                  <a:prstClr val="black"/>
                </a:solidFill>
                <a:latin typeface="Corbel" panose="020B0503020204020204"/>
              </a:rPr>
              <a:t>en</a:t>
            </a:r>
            <a:r>
              <a:rPr lang="en-US" sz="3600" dirty="0">
                <a:solidFill>
                  <a:prstClr val="black"/>
                </a:solidFill>
                <a:latin typeface="Corbel" panose="020B0503020204020204"/>
              </a:rPr>
              <a:t> </a:t>
            </a:r>
            <a:r>
              <a:rPr lang="en-US" sz="3600" dirty="0" err="1">
                <a:solidFill>
                  <a:prstClr val="black"/>
                </a:solidFill>
                <a:latin typeface="Corbel" panose="020B0503020204020204"/>
              </a:rPr>
              <a:t>el</a:t>
            </a:r>
            <a:r>
              <a:rPr lang="en-US" sz="3600" dirty="0">
                <a:solidFill>
                  <a:prstClr val="black"/>
                </a:solidFill>
                <a:latin typeface="Corbel" panose="020B0503020204020204"/>
              </a:rPr>
              <a:t> largo </a:t>
            </a:r>
            <a:r>
              <a:rPr lang="en-US" sz="3600" dirty="0" err="1">
                <a:solidFill>
                  <a:prstClr val="black"/>
                </a:solidFill>
                <a:latin typeface="Corbel" panose="020B0503020204020204"/>
              </a:rPr>
              <a:t>plazo</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40845339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Introducción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289993"/>
            <a:ext cx="10658474" cy="1569660"/>
          </a:xfrm>
          <a:prstGeom prst="rect">
            <a:avLst/>
          </a:prstGeom>
          <a:noFill/>
        </p:spPr>
        <p:txBody>
          <a:bodyPr wrap="square">
            <a:spAutoFit/>
          </a:bodyPr>
          <a:lstStyle/>
          <a:p>
            <a:pPr marL="457200" indent="-457200" algn="just">
              <a:buFont typeface="Arial" panose="020B0604020202020204" pitchFamily="34" charset="0"/>
              <a:buChar char="•"/>
            </a:pPr>
            <a:r>
              <a:rPr lang="es-ES" sz="3200" dirty="0">
                <a:solidFill>
                  <a:prstClr val="black"/>
                </a:solidFill>
                <a:latin typeface="Corbel" panose="020B0503020204020204"/>
              </a:rPr>
              <a:t>Utilizando las curvas de costos, podremos </a:t>
            </a:r>
            <a:r>
              <a:rPr lang="es-ES" sz="3200" b="1" dirty="0">
                <a:solidFill>
                  <a:prstClr val="black"/>
                </a:solidFill>
                <a:latin typeface="Corbel" panose="020B0503020204020204"/>
              </a:rPr>
              <a:t>representar gráficamente la función de costos </a:t>
            </a:r>
            <a:r>
              <a:rPr lang="es-ES" sz="3200" dirty="0">
                <a:solidFill>
                  <a:prstClr val="black"/>
                </a:solidFill>
                <a:latin typeface="Corbel" panose="020B0503020204020204"/>
              </a:rPr>
              <a:t>de una empresa y resulta útil para </a:t>
            </a:r>
            <a:r>
              <a:rPr lang="es-ES" sz="3200" b="1" dirty="0">
                <a:solidFill>
                  <a:prstClr val="black"/>
                </a:solidFill>
                <a:latin typeface="Corbel" panose="020B0503020204020204"/>
              </a:rPr>
              <a:t>determinar el nivel óptimo de producción.</a:t>
            </a:r>
            <a:endParaRPr lang="en-US" sz="3600" b="1" dirty="0">
              <a:solidFill>
                <a:prstClr val="black"/>
              </a:solidFill>
              <a:latin typeface="Corbel" panose="020B0503020204020204"/>
            </a:endParaRPr>
          </a:p>
        </p:txBody>
      </p:sp>
    </p:spTree>
    <p:extLst>
      <p:ext uri="{BB962C8B-B14F-4D97-AF65-F5344CB8AC3E}">
        <p14:creationId xmlns:p14="http://schemas.microsoft.com/office/powerpoint/2010/main" val="19164236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a:t>
            </a:r>
            <a:r>
              <a:rPr lang="en-US" sz="3600" b="1" i="1" dirty="0" err="1">
                <a:solidFill>
                  <a:schemeClr val="accent6">
                    <a:lumMod val="75000"/>
                  </a:schemeClr>
                </a:solidFill>
              </a:rPr>
              <a:t>corto</a:t>
            </a:r>
            <a:r>
              <a:rPr lang="en-US" sz="3600" b="1" i="1" dirty="0">
                <a:solidFill>
                  <a:schemeClr val="accent6">
                    <a:lumMod val="75000"/>
                  </a:schemeClr>
                </a:solidFill>
              </a:rPr>
              <a:t> </a:t>
            </a:r>
            <a:r>
              <a:rPr lang="en-US" sz="3600" b="1" i="1" dirty="0" err="1">
                <a:solidFill>
                  <a:schemeClr val="accent6">
                    <a:lumMod val="75000"/>
                  </a:schemeClr>
                </a:solidFill>
              </a:rPr>
              <a:t>plazo</a:t>
            </a:r>
            <a:endParaRPr lang="en-US" b="1" i="1" dirty="0">
              <a:solidFill>
                <a:schemeClr val="accent6">
                  <a:lumMod val="75000"/>
                </a:schemeClr>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524315"/>
          </a:xfrm>
          <a:prstGeom prst="rect">
            <a:avLst/>
          </a:prstGeom>
          <a:noFill/>
        </p:spPr>
        <p:txBody>
          <a:bodyPr wrap="square">
            <a:spAutoFit/>
          </a:bodyPr>
          <a:lstStyle/>
          <a:p>
            <a:pPr marL="342900" indent="-342900" algn="just">
              <a:buFont typeface="Arial" panose="020B0604020202020204" pitchFamily="34" charset="0"/>
              <a:buChar char="•"/>
            </a:pPr>
            <a:r>
              <a:rPr lang="es-ES" sz="2400" dirty="0">
                <a:solidFill>
                  <a:prstClr val="black"/>
                </a:solidFill>
                <a:latin typeface="Corbel" panose="020B0503020204020204"/>
              </a:rPr>
              <a:t>Consideremos la función de costes descrita en la clase anterior, </a:t>
            </a:r>
            <a:r>
              <a:rPr lang="es-ES" sz="2400" b="1" dirty="0">
                <a:solidFill>
                  <a:prstClr val="black"/>
                </a:solidFill>
                <a:latin typeface="Corbel" panose="020B0503020204020204"/>
              </a:rPr>
              <a:t>c(</a:t>
            </a:r>
            <a:r>
              <a:rPr lang="es-ES" sz="2400" b="1" i="1" dirty="0">
                <a:solidFill>
                  <a:prstClr val="black"/>
                </a:solidFill>
                <a:latin typeface="Corbel" panose="020B0503020204020204"/>
              </a:rPr>
              <a:t>w1, w2, y</a:t>
            </a:r>
            <a:r>
              <a:rPr lang="es-ES" sz="2400" b="1" dirty="0">
                <a:solidFill>
                  <a:prstClr val="black"/>
                </a:solidFill>
                <a:latin typeface="Corbel" panose="020B0503020204020204"/>
              </a:rPr>
              <a:t>), </a:t>
            </a:r>
            <a:r>
              <a:rPr lang="es-ES" sz="2400" dirty="0">
                <a:solidFill>
                  <a:prstClr val="black"/>
                </a:solidFill>
                <a:latin typeface="Corbel" panose="020B0503020204020204"/>
              </a:rPr>
              <a:t>que muestra el </a:t>
            </a:r>
            <a:r>
              <a:rPr lang="es-ES" sz="2400" b="1" dirty="0">
                <a:solidFill>
                  <a:prstClr val="black"/>
                </a:solidFill>
                <a:latin typeface="Corbel" panose="020B0503020204020204"/>
              </a:rPr>
              <a:t>costo mínimo </a:t>
            </a:r>
            <a:r>
              <a:rPr lang="es-ES" sz="2400" dirty="0">
                <a:solidFill>
                  <a:prstClr val="black"/>
                </a:solidFill>
                <a:latin typeface="Corbel" panose="020B0503020204020204"/>
              </a:rPr>
              <a:t>necesario para producir y cuando los precios de los factores son </a:t>
            </a:r>
            <a:r>
              <a:rPr lang="es-ES" sz="2400" b="1" dirty="0">
                <a:solidFill>
                  <a:prstClr val="black"/>
                </a:solidFill>
                <a:latin typeface="Corbel" panose="020B0503020204020204"/>
              </a:rPr>
              <a:t>(</a:t>
            </a:r>
            <a:r>
              <a:rPr lang="es-ES" sz="2400" b="1" i="1" dirty="0">
                <a:solidFill>
                  <a:prstClr val="black"/>
                </a:solidFill>
                <a:latin typeface="Corbel" panose="020B0503020204020204"/>
              </a:rPr>
              <a:t>w1, w2</a:t>
            </a:r>
            <a:r>
              <a:rPr lang="es-ES" sz="2400" b="1" dirty="0">
                <a:solidFill>
                  <a:prstClr val="black"/>
                </a:solidFill>
                <a:latin typeface="Corbel" panose="020B0503020204020204"/>
              </a:rPr>
              <a:t>). </a:t>
            </a:r>
            <a:r>
              <a:rPr lang="es-ES" sz="2400" dirty="0">
                <a:solidFill>
                  <a:prstClr val="black"/>
                </a:solidFill>
                <a:latin typeface="Corbel" panose="020B0503020204020204"/>
              </a:rPr>
              <a:t>En el resto de esta clase supondremos que los </a:t>
            </a:r>
            <a:r>
              <a:rPr lang="es-ES" sz="2400" b="1" dirty="0">
                <a:solidFill>
                  <a:prstClr val="black"/>
                </a:solidFill>
                <a:latin typeface="Corbel" panose="020B0503020204020204"/>
              </a:rPr>
              <a:t>precios de los factores son fijos</a:t>
            </a:r>
            <a:r>
              <a:rPr lang="es-ES" sz="2400" dirty="0">
                <a:solidFill>
                  <a:prstClr val="black"/>
                </a:solidFill>
                <a:latin typeface="Corbel" panose="020B0503020204020204"/>
              </a:rPr>
              <a:t>, por lo que podemos expresar los </a:t>
            </a:r>
            <a:r>
              <a:rPr lang="es-ES" sz="2400" b="1" dirty="0">
                <a:solidFill>
                  <a:prstClr val="black"/>
                </a:solidFill>
                <a:latin typeface="Corbel" panose="020B0503020204020204"/>
              </a:rPr>
              <a:t>costos de producción solamente en función de</a:t>
            </a:r>
            <a:r>
              <a:rPr lang="es-ES" sz="2400" b="1" i="1" dirty="0">
                <a:solidFill>
                  <a:prstClr val="black"/>
                </a:solidFill>
                <a:latin typeface="Corbel" panose="020B0503020204020204"/>
              </a:rPr>
              <a:t> y</a:t>
            </a:r>
            <a:r>
              <a:rPr lang="es-ES" sz="2400" b="1" dirty="0">
                <a:solidFill>
                  <a:prstClr val="black"/>
                </a:solidFill>
                <a:latin typeface="Corbel" panose="020B0503020204020204"/>
              </a:rPr>
              <a:t>, c(</a:t>
            </a:r>
            <a:r>
              <a:rPr lang="es-ES" sz="2400" b="1" i="1" dirty="0">
                <a:solidFill>
                  <a:prstClr val="black"/>
                </a:solidFill>
                <a:latin typeface="Corbel" panose="020B0503020204020204"/>
              </a:rPr>
              <a:t>y</a:t>
            </a:r>
            <a:r>
              <a:rPr lang="es-ES" sz="2400" b="1" dirty="0">
                <a:solidFill>
                  <a:prstClr val="black"/>
                </a:solidFill>
                <a:latin typeface="Corbel" panose="020B0503020204020204"/>
              </a:rPr>
              <a:t>).</a:t>
            </a:r>
            <a:r>
              <a:rPr lang="en-US" sz="2400" b="1" dirty="0">
                <a:solidFill>
                  <a:prstClr val="black"/>
                </a:solidFill>
                <a:latin typeface="Corbel" panose="020B0503020204020204"/>
              </a:rPr>
              <a:t> </a:t>
            </a:r>
          </a:p>
          <a:p>
            <a:pPr marL="342900" indent="-342900" algn="l">
              <a:buFont typeface="Arial" panose="020B0604020202020204" pitchFamily="34" charset="0"/>
              <a:buChar char="•"/>
            </a:pPr>
            <a:endParaRPr lang="en-US" sz="2400" dirty="0">
              <a:solidFill>
                <a:prstClr val="black"/>
              </a:solidFill>
              <a:latin typeface="Corbel" panose="020B0503020204020204"/>
            </a:endParaRPr>
          </a:p>
          <a:p>
            <a:pPr algn="l"/>
            <a:r>
              <a:rPr lang="en-US" sz="2400" dirty="0">
                <a:solidFill>
                  <a:prstClr val="black"/>
                </a:solidFill>
                <a:latin typeface="Corbel" panose="020B0503020204020204"/>
              </a:rPr>
              <a:t>Las </a:t>
            </a:r>
            <a:r>
              <a:rPr lang="en-US" sz="2400" dirty="0" err="1">
                <a:solidFill>
                  <a:prstClr val="black"/>
                </a:solidFill>
                <a:latin typeface="Corbel" panose="020B0503020204020204"/>
              </a:rPr>
              <a:t>empresas</a:t>
            </a:r>
            <a:r>
              <a:rPr lang="en-US" sz="2400" dirty="0">
                <a:solidFill>
                  <a:prstClr val="black"/>
                </a:solidFill>
                <a:latin typeface="Corbel" panose="020B0503020204020204"/>
              </a:rPr>
              <a:t> se </a:t>
            </a:r>
            <a:r>
              <a:rPr lang="en-US" sz="2400" dirty="0" err="1">
                <a:solidFill>
                  <a:prstClr val="black"/>
                </a:solidFill>
                <a:latin typeface="Corbel" panose="020B0503020204020204"/>
              </a:rPr>
              <a:t>enfrentan</a:t>
            </a:r>
            <a:r>
              <a:rPr lang="en-US" sz="2400" dirty="0">
                <a:solidFill>
                  <a:prstClr val="black"/>
                </a:solidFill>
                <a:latin typeface="Corbel" panose="020B0503020204020204"/>
              </a:rPr>
              <a:t> a 2 </a:t>
            </a:r>
            <a:r>
              <a:rPr lang="en-US" sz="2400" dirty="0" err="1">
                <a:solidFill>
                  <a:prstClr val="black"/>
                </a:solidFill>
                <a:latin typeface="Corbel" panose="020B0503020204020204"/>
              </a:rPr>
              <a:t>tipos</a:t>
            </a:r>
            <a:r>
              <a:rPr lang="en-US" sz="2400" dirty="0">
                <a:solidFill>
                  <a:prstClr val="black"/>
                </a:solidFill>
                <a:latin typeface="Corbel" panose="020B0503020204020204"/>
              </a:rPr>
              <a:t> de </a:t>
            </a:r>
            <a:r>
              <a:rPr lang="en-US" sz="2400" dirty="0" err="1">
                <a:solidFill>
                  <a:prstClr val="black"/>
                </a:solidFill>
                <a:latin typeface="Corbel" panose="020B0503020204020204"/>
              </a:rPr>
              <a:t>costos</a:t>
            </a:r>
            <a:r>
              <a:rPr lang="en-US" sz="2400" dirty="0">
                <a:solidFill>
                  <a:prstClr val="black"/>
                </a:solidFill>
                <a:latin typeface="Corbel" panose="020B0503020204020204"/>
              </a:rPr>
              <a:t>: </a:t>
            </a:r>
            <a:r>
              <a:rPr lang="en-US" sz="2400" dirty="0" err="1">
                <a:solidFill>
                  <a:prstClr val="black"/>
                </a:solidFill>
                <a:latin typeface="Corbel" panose="020B0503020204020204"/>
              </a:rPr>
              <a:t>los</a:t>
            </a:r>
            <a:r>
              <a:rPr lang="en-US" sz="2400" dirty="0">
                <a:solidFill>
                  <a:prstClr val="black"/>
                </a:solidFill>
                <a:latin typeface="Corbel" panose="020B0503020204020204"/>
              </a:rPr>
              <a:t> </a:t>
            </a:r>
            <a:r>
              <a:rPr lang="en-US" sz="2400" dirty="0" err="1">
                <a:solidFill>
                  <a:prstClr val="black"/>
                </a:solidFill>
                <a:latin typeface="Corbel" panose="020B0503020204020204"/>
              </a:rPr>
              <a:t>costos</a:t>
            </a:r>
            <a:r>
              <a:rPr lang="en-US" sz="2400" dirty="0">
                <a:solidFill>
                  <a:prstClr val="black"/>
                </a:solidFill>
                <a:latin typeface="Corbel" panose="020B0503020204020204"/>
              </a:rPr>
              <a:t> </a:t>
            </a:r>
            <a:r>
              <a:rPr lang="en-US" sz="2400" dirty="0" err="1">
                <a:solidFill>
                  <a:prstClr val="black"/>
                </a:solidFill>
                <a:latin typeface="Corbel" panose="020B0503020204020204"/>
              </a:rPr>
              <a:t>fijos</a:t>
            </a:r>
            <a:r>
              <a:rPr lang="en-US" sz="2400" dirty="0">
                <a:solidFill>
                  <a:prstClr val="black"/>
                </a:solidFill>
                <a:latin typeface="Corbel" panose="020B0503020204020204"/>
              </a:rPr>
              <a:t> y </a:t>
            </a:r>
            <a:r>
              <a:rPr lang="en-US" sz="2400" dirty="0" err="1">
                <a:solidFill>
                  <a:prstClr val="black"/>
                </a:solidFill>
                <a:latin typeface="Corbel" panose="020B0503020204020204"/>
              </a:rPr>
              <a:t>los</a:t>
            </a:r>
            <a:r>
              <a:rPr lang="en-US" sz="2400" dirty="0">
                <a:solidFill>
                  <a:prstClr val="black"/>
                </a:solidFill>
                <a:latin typeface="Corbel" panose="020B0503020204020204"/>
              </a:rPr>
              <a:t> variables.</a:t>
            </a:r>
          </a:p>
          <a:p>
            <a:pPr marL="342900" indent="-342900" algn="l">
              <a:buFont typeface="Arial" panose="020B0604020202020204" pitchFamily="34" charset="0"/>
              <a:buChar char="•"/>
            </a:pPr>
            <a:endParaRPr lang="en-US" sz="2400" dirty="0">
              <a:solidFill>
                <a:prstClr val="black"/>
              </a:solidFill>
              <a:latin typeface="Corbel" panose="020B0503020204020204"/>
            </a:endParaRPr>
          </a:p>
          <a:p>
            <a:pPr algn="l"/>
            <a:r>
              <a:rPr lang="en-US" sz="2400" b="1" dirty="0">
                <a:solidFill>
                  <a:prstClr val="black"/>
                </a:solidFill>
                <a:latin typeface="Corbel" panose="020B0503020204020204"/>
              </a:rPr>
              <a:t>Costos </a:t>
            </a:r>
            <a:r>
              <a:rPr lang="en-US" sz="2400" b="1" dirty="0" err="1">
                <a:solidFill>
                  <a:prstClr val="black"/>
                </a:solidFill>
                <a:latin typeface="Corbel" panose="020B0503020204020204"/>
              </a:rPr>
              <a:t>fijos</a:t>
            </a:r>
            <a:r>
              <a:rPr lang="en-US" sz="2400" b="1" dirty="0">
                <a:solidFill>
                  <a:prstClr val="black"/>
                </a:solidFill>
                <a:latin typeface="Corbel" panose="020B0503020204020204"/>
              </a:rPr>
              <a:t>: </a:t>
            </a:r>
            <a:r>
              <a:rPr lang="en-US" sz="2400" dirty="0">
                <a:solidFill>
                  <a:prstClr val="black"/>
                </a:solidFill>
                <a:latin typeface="Corbel" panose="020B0503020204020204"/>
              </a:rPr>
              <a:t>son </a:t>
            </a:r>
            <a:r>
              <a:rPr lang="en-US" sz="2400" dirty="0" err="1">
                <a:solidFill>
                  <a:prstClr val="black"/>
                </a:solidFill>
                <a:latin typeface="Corbel" panose="020B0503020204020204"/>
              </a:rPr>
              <a:t>aquellos</a:t>
            </a:r>
            <a:r>
              <a:rPr lang="en-US" sz="2400" dirty="0">
                <a:solidFill>
                  <a:prstClr val="black"/>
                </a:solidFill>
                <a:latin typeface="Corbel" panose="020B0503020204020204"/>
              </a:rPr>
              <a:t> </a:t>
            </a:r>
            <a:r>
              <a:rPr lang="es-ES" sz="2400" dirty="0">
                <a:solidFill>
                  <a:prstClr val="black"/>
                </a:solidFill>
                <a:latin typeface="Corbel" panose="020B0503020204020204"/>
              </a:rPr>
              <a:t>que debe pagar la empresa, independientemente del nivel de producción que desee obtener. Un ejemplo son los pagos de la hipoteca.</a:t>
            </a:r>
          </a:p>
          <a:p>
            <a:pPr algn="l"/>
            <a:endParaRPr lang="es-ES" sz="2400" dirty="0">
              <a:solidFill>
                <a:prstClr val="black"/>
              </a:solidFill>
              <a:latin typeface="Corbel" panose="020B0503020204020204"/>
            </a:endParaRPr>
          </a:p>
          <a:p>
            <a:pPr algn="l"/>
            <a:r>
              <a:rPr lang="en-US" sz="2400" b="1" dirty="0">
                <a:solidFill>
                  <a:prstClr val="black"/>
                </a:solidFill>
                <a:latin typeface="Corbel" panose="020B0503020204020204"/>
              </a:rPr>
              <a:t>Costos variables:</a:t>
            </a:r>
            <a:r>
              <a:rPr lang="en-US" sz="2400" dirty="0">
                <a:solidFill>
                  <a:prstClr val="black"/>
                </a:solidFill>
                <a:latin typeface="Corbel" panose="020B0503020204020204"/>
              </a:rPr>
              <a:t> son </a:t>
            </a:r>
            <a:r>
              <a:rPr lang="en-US" sz="2400" dirty="0" err="1">
                <a:solidFill>
                  <a:prstClr val="black"/>
                </a:solidFill>
                <a:latin typeface="Corbel" panose="020B0503020204020204"/>
              </a:rPr>
              <a:t>aquellos</a:t>
            </a:r>
            <a:r>
              <a:rPr lang="en-US" sz="2400" dirty="0">
                <a:solidFill>
                  <a:prstClr val="black"/>
                </a:solidFill>
                <a:latin typeface="Corbel" panose="020B0503020204020204"/>
              </a:rPr>
              <a:t> </a:t>
            </a:r>
            <a:r>
              <a:rPr lang="es-ES" sz="2400" dirty="0">
                <a:solidFill>
                  <a:prstClr val="black"/>
                </a:solidFill>
                <a:latin typeface="Corbel" panose="020B0503020204020204"/>
              </a:rPr>
              <a:t>que varían cuando se altera el volumen de producción.</a:t>
            </a:r>
            <a:endParaRPr lang="en-US" sz="2400" dirty="0">
              <a:solidFill>
                <a:prstClr val="black"/>
              </a:solidFill>
              <a:latin typeface="Corbel" panose="020B0503020204020204"/>
            </a:endParaRPr>
          </a:p>
        </p:txBody>
      </p:sp>
    </p:spTree>
    <p:extLst>
      <p:ext uri="{BB962C8B-B14F-4D97-AF65-F5344CB8AC3E}">
        <p14:creationId xmlns:p14="http://schemas.microsoft.com/office/powerpoint/2010/main" val="10777815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a:t>
            </a:r>
            <a:r>
              <a:rPr lang="en-US" sz="3600" b="1" i="1" dirty="0" err="1">
                <a:solidFill>
                  <a:schemeClr val="accent6">
                    <a:lumMod val="75000"/>
                  </a:schemeClr>
                </a:solidFill>
              </a:rPr>
              <a:t>corto</a:t>
            </a:r>
            <a:r>
              <a:rPr lang="en-US" sz="3600" b="1" i="1" dirty="0">
                <a:solidFill>
                  <a:schemeClr val="accent6">
                    <a:lumMod val="75000"/>
                  </a:schemeClr>
                </a:solidFill>
              </a:rPr>
              <a:t>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51893"/>
            <a:ext cx="11056057" cy="6463308"/>
          </a:xfrm>
          <a:prstGeom prst="rect">
            <a:avLst/>
          </a:prstGeom>
          <a:noFill/>
        </p:spPr>
        <p:txBody>
          <a:bodyPr wrap="square">
            <a:spAutoFit/>
          </a:bodyPr>
          <a:lstStyle/>
          <a:p>
            <a:pPr marL="342900" indent="-342900" algn="l">
              <a:buFont typeface="Arial" panose="020B0604020202020204" pitchFamily="34" charset="0"/>
              <a:buChar char="•"/>
            </a:pPr>
            <a:r>
              <a:rPr lang="es-ES" sz="2400" dirty="0">
                <a:solidFill>
                  <a:prstClr val="black"/>
                </a:solidFill>
                <a:latin typeface="Corbel" panose="020B0503020204020204"/>
              </a:rPr>
              <a:t>Los </a:t>
            </a:r>
            <a:r>
              <a:rPr lang="es-ES" sz="2400" b="1" dirty="0">
                <a:solidFill>
                  <a:prstClr val="black"/>
                </a:solidFill>
                <a:latin typeface="Corbel" panose="020B0503020204020204"/>
              </a:rPr>
              <a:t>costos totales </a:t>
            </a:r>
            <a:r>
              <a:rPr lang="es-ES" sz="2400" dirty="0">
                <a:solidFill>
                  <a:prstClr val="black"/>
                </a:solidFill>
                <a:latin typeface="Corbel" panose="020B0503020204020204"/>
              </a:rPr>
              <a:t>de la empresa siempre pueden expresarse como la suma de </a:t>
            </a:r>
            <a:r>
              <a:rPr lang="es-ES" sz="2400">
                <a:solidFill>
                  <a:prstClr val="black"/>
                </a:solidFill>
                <a:latin typeface="Corbel" panose="020B0503020204020204"/>
              </a:rPr>
              <a:t>los costos </a:t>
            </a:r>
            <a:r>
              <a:rPr lang="es-ES" sz="2400" dirty="0">
                <a:solidFill>
                  <a:prstClr val="black"/>
                </a:solidFill>
                <a:latin typeface="Corbel" panose="020B0503020204020204"/>
              </a:rPr>
              <a:t>variables, </a:t>
            </a:r>
            <a:r>
              <a:rPr lang="es-ES" sz="2400" dirty="0" err="1">
                <a:solidFill>
                  <a:prstClr val="black"/>
                </a:solidFill>
                <a:latin typeface="Corbel" panose="020B0503020204020204"/>
              </a:rPr>
              <a:t>Cv</a:t>
            </a:r>
            <a:r>
              <a:rPr lang="es-ES" sz="2400" dirty="0">
                <a:solidFill>
                  <a:prstClr val="black"/>
                </a:solidFill>
                <a:latin typeface="Corbel" panose="020B0503020204020204"/>
              </a:rPr>
              <a:t>(y), y los costes fijos, </a:t>
            </a:r>
            <a:r>
              <a:rPr lang="en-US" sz="2400" dirty="0">
                <a:solidFill>
                  <a:prstClr val="black"/>
                </a:solidFill>
                <a:latin typeface="Corbel" panose="020B0503020204020204"/>
              </a:rPr>
              <a:t>F:</a:t>
            </a:r>
          </a:p>
          <a:p>
            <a:pPr marL="342900" indent="-342900" algn="l">
              <a:buFont typeface="Arial" panose="020B0604020202020204" pitchFamily="34" charset="0"/>
              <a:buChar char="•"/>
            </a:pPr>
            <a:endParaRPr lang="en-US" sz="1200" dirty="0">
              <a:solidFill>
                <a:prstClr val="black"/>
              </a:solidFill>
              <a:latin typeface="Corbel" panose="020B0503020204020204"/>
            </a:endParaRPr>
          </a:p>
          <a:p>
            <a:pPr algn="ctr"/>
            <a:r>
              <a:rPr lang="en-US" sz="2400" dirty="0">
                <a:solidFill>
                  <a:prstClr val="black"/>
                </a:solidFill>
                <a:latin typeface="Corbel" panose="020B0503020204020204"/>
              </a:rPr>
              <a:t>C(</a:t>
            </a:r>
            <a:r>
              <a:rPr lang="en-US" sz="2400" i="1" dirty="0">
                <a:solidFill>
                  <a:prstClr val="black"/>
                </a:solidFill>
                <a:latin typeface="Corbel" panose="020B0503020204020204"/>
              </a:rPr>
              <a:t>y</a:t>
            </a:r>
            <a:r>
              <a:rPr lang="en-US" sz="2400" dirty="0">
                <a:solidFill>
                  <a:prstClr val="black"/>
                </a:solidFill>
                <a:latin typeface="Corbel" panose="020B0503020204020204"/>
              </a:rPr>
              <a:t>)=</a:t>
            </a:r>
            <a:r>
              <a:rPr lang="en-US" sz="2400" dirty="0" err="1">
                <a:solidFill>
                  <a:prstClr val="black"/>
                </a:solidFill>
                <a:latin typeface="Corbel" panose="020B0503020204020204"/>
              </a:rPr>
              <a:t>Cv</a:t>
            </a:r>
            <a:r>
              <a:rPr lang="en-US" sz="2400" dirty="0">
                <a:solidFill>
                  <a:prstClr val="black"/>
                </a:solidFill>
                <a:latin typeface="Corbel" panose="020B0503020204020204"/>
              </a:rPr>
              <a:t>(</a:t>
            </a:r>
            <a:r>
              <a:rPr lang="en-US" sz="2400" i="1" dirty="0">
                <a:solidFill>
                  <a:prstClr val="black"/>
                </a:solidFill>
                <a:latin typeface="Corbel" panose="020B0503020204020204"/>
              </a:rPr>
              <a:t>y</a:t>
            </a:r>
            <a:r>
              <a:rPr lang="en-US" sz="2400" dirty="0">
                <a:solidFill>
                  <a:prstClr val="black"/>
                </a:solidFill>
                <a:latin typeface="Corbel" panose="020B0503020204020204"/>
              </a:rPr>
              <a:t>)+F</a:t>
            </a:r>
          </a:p>
          <a:p>
            <a:pPr algn="ctr"/>
            <a:endParaRPr lang="en-US" sz="1400" dirty="0">
              <a:solidFill>
                <a:prstClr val="black"/>
              </a:solidFill>
              <a:latin typeface="Corbel" panose="020B0503020204020204"/>
            </a:endParaRPr>
          </a:p>
          <a:p>
            <a:pPr marL="342900" indent="-342900">
              <a:buFont typeface="Arial" panose="020B0604020202020204" pitchFamily="34" charset="0"/>
              <a:buChar char="•"/>
            </a:pPr>
            <a:r>
              <a:rPr lang="en-US" sz="2400" dirty="0">
                <a:solidFill>
                  <a:prstClr val="black"/>
                </a:solidFill>
                <a:latin typeface="Corbel" panose="020B0503020204020204"/>
              </a:rPr>
              <a:t>La </a:t>
            </a:r>
            <a:r>
              <a:rPr lang="en-US" sz="2400" b="1" dirty="0" err="1">
                <a:solidFill>
                  <a:prstClr val="black"/>
                </a:solidFill>
                <a:latin typeface="Corbel" panose="020B0503020204020204"/>
              </a:rPr>
              <a:t>función</a:t>
            </a:r>
            <a:r>
              <a:rPr lang="en-US" sz="2400" b="1" dirty="0">
                <a:solidFill>
                  <a:prstClr val="black"/>
                </a:solidFill>
                <a:latin typeface="Corbel" panose="020B0503020204020204"/>
              </a:rPr>
              <a:t> de </a:t>
            </a:r>
            <a:r>
              <a:rPr lang="en-US" sz="2400" b="1" dirty="0" err="1">
                <a:solidFill>
                  <a:prstClr val="black"/>
                </a:solidFill>
                <a:latin typeface="Corbel" panose="020B0503020204020204"/>
              </a:rPr>
              <a:t>costos</a:t>
            </a:r>
            <a:r>
              <a:rPr lang="en-US" sz="2400" b="1" dirty="0">
                <a:solidFill>
                  <a:prstClr val="black"/>
                </a:solidFill>
                <a:latin typeface="Corbel" panose="020B0503020204020204"/>
              </a:rPr>
              <a:t> medio </a:t>
            </a:r>
            <a:r>
              <a:rPr lang="en-US" sz="2400" dirty="0" err="1">
                <a:solidFill>
                  <a:prstClr val="black"/>
                </a:solidFill>
                <a:latin typeface="Corbel" panose="020B0503020204020204"/>
              </a:rPr>
              <a:t>mide</a:t>
            </a:r>
            <a:r>
              <a:rPr lang="en-US" sz="2400" dirty="0">
                <a:solidFill>
                  <a:prstClr val="black"/>
                </a:solidFill>
                <a:latin typeface="Corbel" panose="020B0503020204020204"/>
              </a:rPr>
              <a:t> </a:t>
            </a:r>
            <a:r>
              <a:rPr lang="en-US" sz="2400" dirty="0" err="1">
                <a:solidFill>
                  <a:prstClr val="black"/>
                </a:solidFill>
                <a:latin typeface="Corbel" panose="020B0503020204020204"/>
              </a:rPr>
              <a:t>el</a:t>
            </a:r>
            <a:r>
              <a:rPr lang="en-US" sz="2400" dirty="0">
                <a:solidFill>
                  <a:prstClr val="black"/>
                </a:solidFill>
                <a:latin typeface="Corbel" panose="020B0503020204020204"/>
              </a:rPr>
              <a:t> </a:t>
            </a:r>
            <a:r>
              <a:rPr lang="en-US" sz="2400" dirty="0" err="1">
                <a:solidFill>
                  <a:prstClr val="black"/>
                </a:solidFill>
                <a:latin typeface="Corbel" panose="020B0503020204020204"/>
              </a:rPr>
              <a:t>costo</a:t>
            </a:r>
            <a:r>
              <a:rPr lang="en-US" sz="2400" dirty="0">
                <a:solidFill>
                  <a:prstClr val="black"/>
                </a:solidFill>
                <a:latin typeface="Corbel" panose="020B0503020204020204"/>
              </a:rPr>
              <a:t> </a:t>
            </a:r>
            <a:r>
              <a:rPr lang="en-US" sz="2400" dirty="0" err="1">
                <a:solidFill>
                  <a:prstClr val="black"/>
                </a:solidFill>
                <a:latin typeface="Corbel" panose="020B0503020204020204"/>
              </a:rPr>
              <a:t>por</a:t>
            </a:r>
            <a:r>
              <a:rPr lang="en-US" sz="2400" dirty="0">
                <a:solidFill>
                  <a:prstClr val="black"/>
                </a:solidFill>
                <a:latin typeface="Corbel" panose="020B0503020204020204"/>
              </a:rPr>
              <a:t> </a:t>
            </a:r>
            <a:r>
              <a:rPr lang="en-US" sz="2400" dirty="0" err="1">
                <a:solidFill>
                  <a:prstClr val="black"/>
                </a:solidFill>
                <a:latin typeface="Corbel" panose="020B0503020204020204"/>
              </a:rPr>
              <a:t>unidad</a:t>
            </a:r>
            <a:r>
              <a:rPr lang="en-US" sz="2400" dirty="0">
                <a:solidFill>
                  <a:prstClr val="black"/>
                </a:solidFill>
                <a:latin typeface="Corbel" panose="020B0503020204020204"/>
              </a:rPr>
              <a:t> de </a:t>
            </a:r>
            <a:r>
              <a:rPr lang="en-US" sz="2400" dirty="0" err="1">
                <a:solidFill>
                  <a:prstClr val="black"/>
                </a:solidFill>
                <a:latin typeface="Corbel" panose="020B0503020204020204"/>
              </a:rPr>
              <a:t>producción</a:t>
            </a:r>
            <a:r>
              <a:rPr lang="en-US" sz="2400" dirty="0">
                <a:solidFill>
                  <a:prstClr val="black"/>
                </a:solidFill>
                <a:latin typeface="Corbel" panose="020B0503020204020204"/>
              </a:rPr>
              <a:t>. </a:t>
            </a:r>
          </a:p>
          <a:p>
            <a:pPr marL="342900" indent="-342900">
              <a:buFont typeface="Arial" panose="020B0604020202020204" pitchFamily="34" charset="0"/>
              <a:buChar char="•"/>
            </a:pPr>
            <a:r>
              <a:rPr lang="en-US" sz="2400" dirty="0">
                <a:solidFill>
                  <a:prstClr val="black"/>
                </a:solidFill>
                <a:latin typeface="Corbel" panose="020B0503020204020204"/>
              </a:rPr>
              <a:t>La </a:t>
            </a:r>
            <a:r>
              <a:rPr lang="en-US" sz="2400" b="1" dirty="0" err="1">
                <a:solidFill>
                  <a:prstClr val="black"/>
                </a:solidFill>
                <a:latin typeface="Corbel" panose="020B0503020204020204"/>
              </a:rPr>
              <a:t>función</a:t>
            </a:r>
            <a:r>
              <a:rPr lang="en-US" sz="2400" b="1" dirty="0">
                <a:solidFill>
                  <a:prstClr val="black"/>
                </a:solidFill>
                <a:latin typeface="Corbel" panose="020B0503020204020204"/>
              </a:rPr>
              <a:t> de </a:t>
            </a:r>
            <a:r>
              <a:rPr lang="en-US" sz="2400" b="1" dirty="0" err="1">
                <a:solidFill>
                  <a:prstClr val="black"/>
                </a:solidFill>
                <a:latin typeface="Corbel" panose="020B0503020204020204"/>
              </a:rPr>
              <a:t>costo</a:t>
            </a:r>
            <a:r>
              <a:rPr lang="en-US" sz="2400" b="1" dirty="0">
                <a:solidFill>
                  <a:prstClr val="black"/>
                </a:solidFill>
                <a:latin typeface="Corbel" panose="020B0503020204020204"/>
              </a:rPr>
              <a:t> </a:t>
            </a:r>
            <a:r>
              <a:rPr lang="es-ES" sz="2400" b="1" dirty="0">
                <a:solidFill>
                  <a:prstClr val="black"/>
                </a:solidFill>
                <a:latin typeface="Corbel" panose="020B0503020204020204"/>
              </a:rPr>
              <a:t>variable medio </a:t>
            </a:r>
            <a:r>
              <a:rPr lang="es-ES" sz="2400" dirty="0">
                <a:solidFill>
                  <a:prstClr val="black"/>
                </a:solidFill>
                <a:latin typeface="Corbel" panose="020B0503020204020204"/>
              </a:rPr>
              <a:t>mide los costos variables por unidad de producción.</a:t>
            </a:r>
          </a:p>
          <a:p>
            <a:pPr marL="342900" indent="-342900">
              <a:buFont typeface="Arial" panose="020B0604020202020204" pitchFamily="34" charset="0"/>
              <a:buChar char="•"/>
            </a:pPr>
            <a:r>
              <a:rPr lang="es-ES" sz="2400" dirty="0">
                <a:solidFill>
                  <a:prstClr val="black"/>
                </a:solidFill>
                <a:latin typeface="Corbel" panose="020B0503020204020204"/>
              </a:rPr>
              <a:t>La </a:t>
            </a:r>
            <a:r>
              <a:rPr lang="es-ES" sz="2400" b="1" dirty="0">
                <a:solidFill>
                  <a:prstClr val="black"/>
                </a:solidFill>
                <a:latin typeface="Corbel" panose="020B0503020204020204"/>
              </a:rPr>
              <a:t>función de costo fijo medio </a:t>
            </a:r>
            <a:r>
              <a:rPr lang="es-ES" sz="2400" dirty="0">
                <a:solidFill>
                  <a:prstClr val="black"/>
                </a:solidFill>
                <a:latin typeface="Corbel" panose="020B0503020204020204"/>
              </a:rPr>
              <a:t>mide los costos fijos por unidad de producción.</a:t>
            </a:r>
          </a:p>
          <a:p>
            <a:r>
              <a:rPr lang="es-ES" sz="2400" dirty="0">
                <a:solidFill>
                  <a:prstClr val="black"/>
                </a:solidFill>
                <a:latin typeface="Corbel" panose="020B0503020204020204"/>
              </a:rPr>
              <a:t>De acuerdo con la ecuación anterior,</a:t>
            </a:r>
          </a:p>
          <a:p>
            <a:endParaRPr lang="es-ES" sz="2400" dirty="0">
              <a:solidFill>
                <a:prstClr val="black"/>
              </a:solidFill>
              <a:latin typeface="Corbel" panose="020B0503020204020204"/>
            </a:endParaRPr>
          </a:p>
          <a:p>
            <a:endParaRPr lang="es-ES" sz="2400" dirty="0">
              <a:solidFill>
                <a:prstClr val="black"/>
              </a:solidFill>
              <a:latin typeface="Corbel" panose="020B0503020204020204"/>
            </a:endParaRPr>
          </a:p>
          <a:p>
            <a:endParaRPr lang="es-ES" dirty="0">
              <a:solidFill>
                <a:prstClr val="black"/>
              </a:solidFill>
              <a:latin typeface="Corbel" panose="020B0503020204020204"/>
            </a:endParaRPr>
          </a:p>
          <a:p>
            <a:r>
              <a:rPr lang="es-ES" sz="2400" dirty="0">
                <a:solidFill>
                  <a:prstClr val="black"/>
                </a:solidFill>
                <a:latin typeface="Corbel" panose="020B0503020204020204"/>
              </a:rPr>
              <a:t>donde </a:t>
            </a:r>
            <a:r>
              <a:rPr lang="es-ES" sz="2400" dirty="0" err="1">
                <a:solidFill>
                  <a:prstClr val="black"/>
                </a:solidFill>
                <a:latin typeface="Corbel" panose="020B0503020204020204"/>
              </a:rPr>
              <a:t>CVMe</a:t>
            </a:r>
            <a:r>
              <a:rPr lang="es-ES" sz="2400" dirty="0">
                <a:solidFill>
                  <a:prstClr val="black"/>
                </a:solidFill>
                <a:latin typeface="Corbel" panose="020B0503020204020204"/>
              </a:rPr>
              <a:t>(y) representa los costes variables medios y </a:t>
            </a:r>
            <a:r>
              <a:rPr lang="es-ES" sz="2400" dirty="0" err="1">
                <a:solidFill>
                  <a:prstClr val="black"/>
                </a:solidFill>
                <a:latin typeface="Corbel" panose="020B0503020204020204"/>
              </a:rPr>
              <a:t>CFMe</a:t>
            </a:r>
            <a:r>
              <a:rPr lang="es-ES" sz="2400" dirty="0">
                <a:solidFill>
                  <a:prstClr val="black"/>
                </a:solidFill>
                <a:latin typeface="Corbel" panose="020B0503020204020204"/>
              </a:rPr>
              <a:t>(y) representa los costes</a:t>
            </a:r>
          </a:p>
          <a:p>
            <a:r>
              <a:rPr lang="es-ES" sz="2400" dirty="0">
                <a:solidFill>
                  <a:prstClr val="black"/>
                </a:solidFill>
                <a:latin typeface="Corbel" panose="020B0503020204020204"/>
              </a:rPr>
              <a:t>fijos medios.</a:t>
            </a:r>
          </a:p>
          <a:p>
            <a:endParaRPr lang="es-ES" sz="2400" dirty="0">
              <a:solidFill>
                <a:prstClr val="black"/>
              </a:solidFill>
              <a:latin typeface="Corbel" panose="020B0503020204020204"/>
            </a:endParaRPr>
          </a:p>
          <a:p>
            <a:endParaRPr lang="es-ES" sz="2400" dirty="0">
              <a:solidFill>
                <a:prstClr val="black"/>
              </a:solidFill>
              <a:latin typeface="Corbel" panose="020B0503020204020204"/>
            </a:endParaRPr>
          </a:p>
          <a:p>
            <a:pPr marL="342900" indent="-342900">
              <a:buFont typeface="Arial" panose="020B0604020202020204" pitchFamily="34" charset="0"/>
              <a:buChar char="•"/>
            </a:pPr>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BC2D8D7E-E632-4FB9-4466-875FA36DE0EE}"/>
              </a:ext>
            </a:extLst>
          </p:cNvPr>
          <p:cNvPicPr>
            <a:picLocks noChangeAspect="1"/>
          </p:cNvPicPr>
          <p:nvPr/>
        </p:nvPicPr>
        <p:blipFill>
          <a:blip r:embed="rId3"/>
          <a:stretch>
            <a:fillRect/>
          </a:stretch>
        </p:blipFill>
        <p:spPr>
          <a:xfrm>
            <a:off x="3142838" y="4675884"/>
            <a:ext cx="5906324" cy="828791"/>
          </a:xfrm>
          <a:prstGeom prst="rect">
            <a:avLst/>
          </a:prstGeom>
        </p:spPr>
      </p:pic>
      <p:sp>
        <p:nvSpPr>
          <p:cNvPr id="5" name="Rectangle 4">
            <a:extLst>
              <a:ext uri="{FF2B5EF4-FFF2-40B4-BE49-F238E27FC236}">
                <a16:creationId xmlns:a16="http://schemas.microsoft.com/office/drawing/2014/main" id="{402647AB-8F52-76DF-8C7A-F1B23B45FE3A}"/>
              </a:ext>
            </a:extLst>
          </p:cNvPr>
          <p:cNvSpPr/>
          <p:nvPr/>
        </p:nvSpPr>
        <p:spPr>
          <a:xfrm>
            <a:off x="5191125" y="2143125"/>
            <a:ext cx="1914524" cy="495300"/>
          </a:xfrm>
          <a:prstGeom prst="rect">
            <a:avLst/>
          </a:prstGeom>
          <a:noFill/>
          <a:ln w="1905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A39192F-F4A5-8759-EDD7-10AFBB83A2A3}"/>
              </a:ext>
            </a:extLst>
          </p:cNvPr>
          <p:cNvSpPr/>
          <p:nvPr/>
        </p:nvSpPr>
        <p:spPr>
          <a:xfrm>
            <a:off x="3102672" y="4666973"/>
            <a:ext cx="6098475" cy="939133"/>
          </a:xfrm>
          <a:prstGeom prst="rect">
            <a:avLst/>
          </a:prstGeom>
          <a:noFill/>
          <a:ln w="1905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685711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a:t>
            </a:r>
            <a:r>
              <a:rPr lang="en-US" sz="3600" b="1" i="1" dirty="0" err="1">
                <a:solidFill>
                  <a:schemeClr val="accent6">
                    <a:lumMod val="75000"/>
                  </a:schemeClr>
                </a:solidFill>
              </a:rPr>
              <a:t>corto</a:t>
            </a:r>
            <a:r>
              <a:rPr lang="en-US" sz="3600" b="1" i="1" dirty="0">
                <a:solidFill>
                  <a:schemeClr val="accent6">
                    <a:lumMod val="75000"/>
                  </a:schemeClr>
                </a:solidFill>
              </a:rPr>
              <a:t>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430460" y="4773968"/>
            <a:ext cx="11763374" cy="1200329"/>
          </a:xfrm>
          <a:prstGeom prst="rect">
            <a:avLst/>
          </a:prstGeom>
          <a:noFill/>
        </p:spPr>
        <p:txBody>
          <a:bodyPr wrap="square">
            <a:spAutoFit/>
          </a:bodyPr>
          <a:lstStyle/>
          <a:p>
            <a:pPr algn="just"/>
            <a:r>
              <a:rPr lang="es-ES" sz="2400" b="1" dirty="0">
                <a:solidFill>
                  <a:prstClr val="black"/>
                </a:solidFill>
                <a:latin typeface="Corbel" panose="020B0503020204020204"/>
              </a:rPr>
              <a:t>(A) </a:t>
            </a:r>
            <a:r>
              <a:rPr lang="es-ES" sz="2400" dirty="0">
                <a:solidFill>
                  <a:prstClr val="black"/>
                </a:solidFill>
                <a:latin typeface="Corbel" panose="020B0503020204020204"/>
              </a:rPr>
              <a:t>Los costes fijos medios disminuyen conforme aumenta la producción. </a:t>
            </a:r>
          </a:p>
          <a:p>
            <a:pPr algn="just"/>
            <a:r>
              <a:rPr lang="es-ES" sz="2400" b="1" dirty="0">
                <a:solidFill>
                  <a:prstClr val="black"/>
                </a:solidFill>
                <a:latin typeface="Corbel" panose="020B0503020204020204"/>
              </a:rPr>
              <a:t>(B)</a:t>
            </a:r>
            <a:r>
              <a:rPr lang="es-ES" sz="2400" dirty="0">
                <a:solidFill>
                  <a:prstClr val="black"/>
                </a:solidFill>
                <a:latin typeface="Corbel" panose="020B0503020204020204"/>
              </a:rPr>
              <a:t>Los costes variables medios acaban aumentando cuando aumenta la producción. </a:t>
            </a:r>
          </a:p>
          <a:p>
            <a:pPr algn="just"/>
            <a:r>
              <a:rPr lang="es-ES" sz="2400" b="1" dirty="0">
                <a:solidFill>
                  <a:prstClr val="black"/>
                </a:solidFill>
                <a:latin typeface="Corbel" panose="020B0503020204020204"/>
              </a:rPr>
              <a:t>(C) </a:t>
            </a:r>
            <a:r>
              <a:rPr lang="es-ES" sz="2400" dirty="0">
                <a:solidFill>
                  <a:prstClr val="black"/>
                </a:solidFill>
                <a:latin typeface="Corbel" panose="020B0503020204020204"/>
              </a:rPr>
              <a:t>La combinación de estos dos efectos da lugar a una curva de coste medio en forma de U.</a:t>
            </a:r>
            <a:endParaRPr lang="en-US" sz="2400" dirty="0">
              <a:solidFill>
                <a:prstClr val="black"/>
              </a:solidFill>
              <a:latin typeface="Corbel" panose="020B0503020204020204"/>
            </a:endParaRPr>
          </a:p>
        </p:txBody>
      </p:sp>
      <p:pic>
        <p:nvPicPr>
          <p:cNvPr id="9" name="Picture 8">
            <a:extLst>
              <a:ext uri="{FF2B5EF4-FFF2-40B4-BE49-F238E27FC236}">
                <a16:creationId xmlns:a16="http://schemas.microsoft.com/office/drawing/2014/main" id="{6234DE3A-9EB4-5826-3A5B-59198BB91316}"/>
              </a:ext>
            </a:extLst>
          </p:cNvPr>
          <p:cNvPicPr>
            <a:picLocks noChangeAspect="1"/>
          </p:cNvPicPr>
          <p:nvPr/>
        </p:nvPicPr>
        <p:blipFill>
          <a:blip r:embed="rId3"/>
          <a:stretch>
            <a:fillRect/>
          </a:stretch>
        </p:blipFill>
        <p:spPr>
          <a:xfrm>
            <a:off x="1816285" y="1218298"/>
            <a:ext cx="8065301" cy="3403785"/>
          </a:xfrm>
          <a:prstGeom prst="rect">
            <a:avLst/>
          </a:prstGeom>
        </p:spPr>
      </p:pic>
    </p:spTree>
    <p:extLst>
      <p:ext uri="{BB962C8B-B14F-4D97-AF65-F5344CB8AC3E}">
        <p14:creationId xmlns:p14="http://schemas.microsoft.com/office/powerpoint/2010/main" val="290376474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a:t>
            </a:r>
            <a:r>
              <a:rPr lang="en-US" sz="3600" b="1" i="1" dirty="0" err="1">
                <a:solidFill>
                  <a:schemeClr val="accent6">
                    <a:lumMod val="75000"/>
                  </a:schemeClr>
                </a:solidFill>
              </a:rPr>
              <a:t>corto</a:t>
            </a:r>
            <a:r>
              <a:rPr lang="en-US" sz="3600" b="1" i="1" dirty="0">
                <a:solidFill>
                  <a:schemeClr val="accent6">
                    <a:lumMod val="75000"/>
                  </a:schemeClr>
                </a:solidFill>
              </a:rPr>
              <a:t>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2652906"/>
              </a:xfrm>
              <a:prstGeom prst="rect">
                <a:avLst/>
              </a:prstGeom>
              <a:noFill/>
            </p:spPr>
            <p:txBody>
              <a:bodyPr wrap="square">
                <a:spAutoFit/>
              </a:bodyPr>
              <a:lstStyle/>
              <a:p>
                <a:pPr algn="just"/>
                <a:r>
                  <a:rPr lang="es-ES" sz="2400" dirty="0">
                    <a:solidFill>
                      <a:prstClr val="black"/>
                    </a:solidFill>
                    <a:latin typeface="Corbel" panose="020B0503020204020204"/>
                  </a:rPr>
                  <a:t>Existe otra importante curva de costo: </a:t>
                </a:r>
                <a:r>
                  <a:rPr lang="es-ES" sz="2400" b="1" dirty="0">
                    <a:solidFill>
                      <a:prstClr val="black"/>
                    </a:solidFill>
                    <a:latin typeface="Corbel" panose="020B0503020204020204"/>
                  </a:rPr>
                  <a:t>la curva de costo marginal</a:t>
                </a:r>
                <a:r>
                  <a:rPr lang="es-ES" sz="2400" dirty="0">
                    <a:solidFill>
                      <a:prstClr val="black"/>
                    </a:solidFill>
                    <a:latin typeface="Corbel" panose="020B0503020204020204"/>
                  </a:rPr>
                  <a:t>, que mide la variación que experimentan los costos cuando se altera el nivel de producción. Es decir, dado un nivel cualquiera de producción </a:t>
                </a:r>
                <a:r>
                  <a:rPr lang="es-ES" sz="2400" i="1" dirty="0">
                    <a:solidFill>
                      <a:prstClr val="black"/>
                    </a:solidFill>
                    <a:latin typeface="Corbel" panose="020B0503020204020204"/>
                  </a:rPr>
                  <a:t>y</a:t>
                </a:r>
                <a:r>
                  <a:rPr lang="es-ES" sz="2400" dirty="0">
                    <a:solidFill>
                      <a:prstClr val="black"/>
                    </a:solidFill>
                    <a:latin typeface="Corbel" panose="020B0503020204020204"/>
                  </a:rPr>
                  <a:t>, podemos preguntarnos cómo variarán los costes si alteramos dicho nivel en la cantidad </a:t>
                </a:r>
                <a:r>
                  <a:rPr lang="es-ES" sz="2400" dirty="0" err="1">
                    <a:solidFill>
                      <a:prstClr val="black"/>
                    </a:solidFill>
                    <a:latin typeface="Corbel" panose="020B0503020204020204"/>
                  </a:rPr>
                  <a:t>Δ</a:t>
                </a:r>
                <a:r>
                  <a:rPr lang="es-ES" sz="2400" i="1" dirty="0" err="1">
                    <a:solidFill>
                      <a:prstClr val="black"/>
                    </a:solidFill>
                    <a:latin typeface="Corbel" panose="020B0503020204020204"/>
                  </a:rPr>
                  <a:t>y</a:t>
                </a:r>
                <a:r>
                  <a:rPr lang="es-ES" sz="2400" dirty="0">
                    <a:solidFill>
                      <a:prstClr val="black"/>
                    </a:solidFill>
                    <a:latin typeface="Corbel" panose="020B0503020204020204"/>
                  </a:rPr>
                  <a:t>:</a:t>
                </a:r>
              </a:p>
              <a:p>
                <a:pPr algn="just"/>
                <a:endParaRPr lang="es-ES" sz="2400" dirty="0">
                  <a:solidFill>
                    <a:prstClr val="black"/>
                  </a:solidFill>
                  <a:latin typeface="Corbel" panose="020B0503020204020204"/>
                </a:endParaRPr>
              </a:p>
              <a:p>
                <a:pPr algn="ctr"/>
                <a:r>
                  <a:rPr lang="es-ES" sz="2800" dirty="0">
                    <a:solidFill>
                      <a:prstClr val="black"/>
                    </a:solidFill>
                    <a:latin typeface="Corbel" panose="020B0503020204020204"/>
                  </a:rPr>
                  <a:t>CMG=</a:t>
                </a:r>
                <a14:m>
                  <m:oMath xmlns:m="http://schemas.openxmlformats.org/officeDocument/2006/math">
                    <m:f>
                      <m:fPr>
                        <m:ctrlPr>
                          <a:rPr lang="es-ES" sz="2800" i="1" smtClean="0">
                            <a:solidFill>
                              <a:prstClr val="black"/>
                            </a:solidFill>
                            <a:latin typeface="Cambria Math" panose="02040503050406030204" pitchFamily="18" charset="0"/>
                          </a:rPr>
                        </m:ctrlPr>
                      </m:fPr>
                      <m:num>
                        <m:r>
                          <m:rPr>
                            <m:nor/>
                          </m:rPr>
                          <a:rPr lang="en-US" sz="2000"/>
                          <m:t>∂</m:t>
                        </m:r>
                        <m:r>
                          <a:rPr lang="en-US" sz="2800" b="0" i="1" dirty="0" smtClean="0">
                            <a:solidFill>
                              <a:prstClr val="black"/>
                            </a:solidFill>
                            <a:latin typeface="Cambria Math" panose="02040503050406030204" pitchFamily="18" charset="0"/>
                          </a:rPr>
                          <m:t>𝐶𝑇</m:t>
                        </m:r>
                      </m:num>
                      <m:den>
                        <m:r>
                          <m:rPr>
                            <m:nor/>
                          </m:rPr>
                          <a:rPr lang="en-US" sz="2000"/>
                          <m:t>∂</m:t>
                        </m:r>
                        <m:r>
                          <m:rPr>
                            <m:nor/>
                          </m:rPr>
                          <a:rPr lang="es-ES" sz="2800" i="1" dirty="0">
                            <a:solidFill>
                              <a:prstClr val="black"/>
                            </a:solidFill>
                          </a:rPr>
                          <m:t>y</m:t>
                        </m:r>
                      </m:den>
                    </m:f>
                  </m:oMath>
                </a14:m>
                <a:endParaRPr lang="en-US" sz="2800" dirty="0">
                  <a:solidFill>
                    <a:prstClr val="black"/>
                  </a:solidFill>
                  <a:latin typeface="Corbel" panose="020B0503020204020204"/>
                </a:endParaRPr>
              </a:p>
            </p:txBody>
          </p:sp>
        </mc:Choice>
        <mc:Fallback>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657225" y="1289993"/>
                <a:ext cx="11056057" cy="2652906"/>
              </a:xfrm>
              <a:prstGeom prst="rect">
                <a:avLst/>
              </a:prstGeom>
              <a:blipFill>
                <a:blip r:embed="rId3"/>
                <a:stretch>
                  <a:fillRect l="-883" t="-1839" r="-883"/>
                </a:stretch>
              </a:blipFill>
            </p:spPr>
            <p:txBody>
              <a:bodyPr/>
              <a:lstStyle/>
              <a:p>
                <a:r>
                  <a:rPr lang="en-US">
                    <a:noFill/>
                  </a:rPr>
                  <a:t> </a:t>
                </a:r>
              </a:p>
            </p:txBody>
          </p:sp>
        </mc:Fallback>
      </mc:AlternateContent>
    </p:spTree>
    <p:extLst>
      <p:ext uri="{BB962C8B-B14F-4D97-AF65-F5344CB8AC3E}">
        <p14:creationId xmlns:p14="http://schemas.microsoft.com/office/powerpoint/2010/main" val="160184259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a:t>
            </a:r>
            <a:r>
              <a:rPr lang="en-US" sz="3600" b="1" i="1" dirty="0" err="1">
                <a:solidFill>
                  <a:schemeClr val="accent6">
                    <a:lumMod val="75000"/>
                  </a:schemeClr>
                </a:solidFill>
              </a:rPr>
              <a:t>corto</a:t>
            </a:r>
            <a:r>
              <a:rPr lang="en-US" sz="3600" b="1" i="1" dirty="0">
                <a:solidFill>
                  <a:schemeClr val="accent6">
                    <a:lumMod val="75000"/>
                  </a:schemeClr>
                </a:solidFill>
              </a:rPr>
              <a:t>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289993"/>
            <a:ext cx="6076949" cy="5016758"/>
          </a:xfrm>
          <a:prstGeom prst="rect">
            <a:avLst/>
          </a:prstGeom>
          <a:noFill/>
        </p:spPr>
        <p:txBody>
          <a:bodyPr wrap="square">
            <a:spAutoFit/>
          </a:bodyPr>
          <a:lstStyle/>
          <a:p>
            <a:pPr marL="285750" indent="-285750" algn="just">
              <a:buFont typeface="Arial" panose="020B0604020202020204" pitchFamily="34" charset="0"/>
              <a:buChar char="•"/>
            </a:pPr>
            <a:r>
              <a:rPr lang="es-ES" sz="2000" b="0" i="0" u="none" strike="noStrike" baseline="0" dirty="0"/>
              <a:t>La </a:t>
            </a:r>
            <a:r>
              <a:rPr lang="es-ES" sz="2000" b="1" i="0" u="none" strike="noStrike" baseline="0" dirty="0"/>
              <a:t>curva de coste variable medio </a:t>
            </a:r>
            <a:r>
              <a:rPr lang="es-ES" sz="2000" b="0" i="0" u="none" strike="noStrike" baseline="0" dirty="0"/>
              <a:t>puede tener pendiente negativa al principio, aunque no necesariamente. Sin embargo, a la larga crece si hay algún factor fijo </a:t>
            </a:r>
            <a:r>
              <a:rPr lang="en-US" sz="2000" b="0" i="0" u="none" strike="noStrike" baseline="0" dirty="0"/>
              <a:t>que </a:t>
            </a:r>
            <a:r>
              <a:rPr lang="en-US" sz="2000" b="0" i="0" u="none" strike="noStrike" baseline="0" dirty="0" err="1"/>
              <a:t>limita</a:t>
            </a:r>
            <a:r>
              <a:rPr lang="en-US" sz="2000" b="0" i="0" u="none" strike="noStrike" baseline="0" dirty="0"/>
              <a:t> la </a:t>
            </a:r>
            <a:r>
              <a:rPr lang="en-US" sz="2000" b="0" i="0" u="none" strike="noStrike" baseline="0" dirty="0" err="1"/>
              <a:t>producción</a:t>
            </a:r>
            <a:r>
              <a:rPr lang="en-US" sz="2000" dirty="0"/>
              <a:t>.</a:t>
            </a:r>
          </a:p>
          <a:p>
            <a:pPr marL="285750" indent="-285750" algn="just">
              <a:buFont typeface="Arial" panose="020B0604020202020204" pitchFamily="34" charset="0"/>
              <a:buChar char="•"/>
            </a:pPr>
            <a:endParaRPr lang="en-US" sz="2000" b="0" i="0" u="none" strike="noStrike" baseline="0" dirty="0"/>
          </a:p>
          <a:p>
            <a:pPr marL="285750" indent="-285750" algn="just">
              <a:buFont typeface="Arial" panose="020B0604020202020204" pitchFamily="34" charset="0"/>
              <a:buChar char="•"/>
            </a:pPr>
            <a:r>
              <a:rPr lang="es-ES" sz="2000" b="0" i="0" u="none" strike="noStrike" baseline="0" dirty="0"/>
              <a:t>La </a:t>
            </a:r>
            <a:r>
              <a:rPr lang="es-ES" sz="2000" b="1" i="0" u="none" strike="noStrike" baseline="0" dirty="0"/>
              <a:t>curva de coste medio</a:t>
            </a:r>
            <a:r>
              <a:rPr lang="es-ES" sz="2000" b="0" i="0" u="none" strike="noStrike" baseline="0" dirty="0"/>
              <a:t> puede descender al principio debido a los costes fijos medios decrecientes, pero después aumenta debido a los costes variables medios </a:t>
            </a:r>
            <a:r>
              <a:rPr lang="en-US" sz="2000" b="0" i="0" u="none" strike="noStrike" baseline="0" dirty="0" err="1"/>
              <a:t>crecientes</a:t>
            </a:r>
            <a:r>
              <a:rPr lang="en-US" sz="2000" b="0" i="0" u="none" strike="noStrike" baseline="0" dirty="0"/>
              <a:t>.</a:t>
            </a:r>
          </a:p>
          <a:p>
            <a:pPr marL="285750" indent="-285750" algn="just">
              <a:buFont typeface="Arial" panose="020B0604020202020204" pitchFamily="34" charset="0"/>
              <a:buChar char="•"/>
            </a:pPr>
            <a:endParaRPr lang="en-US" sz="2000" b="0" i="0" u="none" strike="noStrike" baseline="0" dirty="0"/>
          </a:p>
          <a:p>
            <a:pPr marL="285750" indent="-285750" algn="just">
              <a:buFont typeface="Arial" panose="020B0604020202020204" pitchFamily="34" charset="0"/>
              <a:buChar char="•"/>
            </a:pPr>
            <a:r>
              <a:rPr lang="es-ES" sz="2000" b="0" i="0" u="none" strike="noStrike" baseline="0" dirty="0"/>
              <a:t>El coste marginal y el coste variable medio de la primera unidad de producción</a:t>
            </a:r>
            <a:r>
              <a:rPr lang="es-ES" sz="2000" dirty="0"/>
              <a:t> </a:t>
            </a:r>
            <a:r>
              <a:rPr lang="en-US" sz="2000" b="0" i="0" u="none" strike="noStrike" baseline="0" dirty="0"/>
              <a:t>son </a:t>
            </a:r>
            <a:r>
              <a:rPr lang="en-US" sz="2000" b="0" i="0" u="none" strike="noStrike" baseline="0" dirty="0" err="1"/>
              <a:t>iguales</a:t>
            </a:r>
            <a:r>
              <a:rPr lang="en-US" sz="2000" b="0" i="0" u="none" strike="noStrike" baseline="0" dirty="0"/>
              <a:t>.</a:t>
            </a:r>
          </a:p>
          <a:p>
            <a:pPr marL="285750" indent="-285750" algn="just">
              <a:buFont typeface="Arial" panose="020B0604020202020204" pitchFamily="34" charset="0"/>
              <a:buChar char="•"/>
            </a:pPr>
            <a:endParaRPr lang="en-US" sz="2000" b="0" i="0" u="none" strike="noStrike" baseline="0" dirty="0"/>
          </a:p>
          <a:p>
            <a:pPr marL="285750" indent="-285750" algn="just">
              <a:buFont typeface="Arial" panose="020B0604020202020204" pitchFamily="34" charset="0"/>
              <a:buChar char="•"/>
            </a:pPr>
            <a:r>
              <a:rPr lang="es-ES" sz="2000" b="0" i="0" u="none" strike="noStrike" baseline="0" dirty="0"/>
              <a:t>La </a:t>
            </a:r>
            <a:r>
              <a:rPr lang="es-ES" sz="2000" b="1" i="0" u="none" strike="noStrike" baseline="0" dirty="0"/>
              <a:t>curva de coste marginal </a:t>
            </a:r>
            <a:r>
              <a:rPr lang="es-ES" sz="2000" b="0" i="0" u="none" strike="noStrike" baseline="0" dirty="0"/>
              <a:t>pasa por el punto mínimo tanto de la curva de coste variable medio como de la curva de coste medio.</a:t>
            </a:r>
            <a:endParaRPr lang="en-US" sz="2800" dirty="0">
              <a:solidFill>
                <a:prstClr val="black"/>
              </a:solidFill>
            </a:endParaRPr>
          </a:p>
        </p:txBody>
      </p:sp>
      <p:pic>
        <p:nvPicPr>
          <p:cNvPr id="4" name="Picture 3">
            <a:extLst>
              <a:ext uri="{FF2B5EF4-FFF2-40B4-BE49-F238E27FC236}">
                <a16:creationId xmlns:a16="http://schemas.microsoft.com/office/drawing/2014/main" id="{473D972B-D166-3C7F-F25B-E62C8C4EDFEF}"/>
              </a:ext>
            </a:extLst>
          </p:cNvPr>
          <p:cNvPicPr>
            <a:picLocks noChangeAspect="1"/>
          </p:cNvPicPr>
          <p:nvPr/>
        </p:nvPicPr>
        <p:blipFill>
          <a:blip r:embed="rId3"/>
          <a:stretch>
            <a:fillRect/>
          </a:stretch>
        </p:blipFill>
        <p:spPr>
          <a:xfrm>
            <a:off x="6896101" y="1496507"/>
            <a:ext cx="4918298" cy="4531566"/>
          </a:xfrm>
          <a:prstGeom prst="rect">
            <a:avLst/>
          </a:prstGeom>
        </p:spPr>
      </p:pic>
    </p:spTree>
    <p:extLst>
      <p:ext uri="{BB962C8B-B14F-4D97-AF65-F5344CB8AC3E}">
        <p14:creationId xmlns:p14="http://schemas.microsoft.com/office/powerpoint/2010/main" val="1958370326"/>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C00000"/>
                </a:solidFill>
              </a:rPr>
              <a:t>Ejercicio</a:t>
            </a:r>
            <a:r>
              <a:rPr lang="en-US" b="1" dirty="0">
                <a:solidFill>
                  <a:srgbClr val="C00000"/>
                </a:solidFill>
              </a:rPr>
              <a:t> 1</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5016891"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E545717-1E68-644D-327B-804C14E49689}"/>
                  </a:ext>
                </a:extLst>
              </p:cNvPr>
              <p:cNvSpPr txBox="1"/>
              <p:nvPr/>
            </p:nvSpPr>
            <p:spPr>
              <a:xfrm>
                <a:off x="228605" y="1195741"/>
                <a:ext cx="11928963" cy="1300484"/>
              </a:xfrm>
              <a:prstGeom prst="rect">
                <a:avLst/>
              </a:prstGeom>
              <a:noFill/>
            </p:spPr>
            <p:txBody>
              <a:bodyPr wrap="square">
                <a:spAutoFit/>
              </a:bodyPr>
              <a:lstStyle/>
              <a:p>
                <a:pPr marL="457200" lvl="0" indent="-457200" algn="just">
                  <a:buFont typeface="Arial" panose="020B0604020202020204" pitchFamily="34" charset="0"/>
                  <a:buChar char="•"/>
                  <a:defRPr/>
                </a:pPr>
                <a:r>
                  <a:rPr kumimoji="0" lang="es-ES" sz="2800" b="1" i="0" u="none" strike="noStrike" kern="1200" cap="none" spc="0" normalizeH="0" baseline="0" noProof="0" dirty="0">
                    <a:ln>
                      <a:noFill/>
                    </a:ln>
                    <a:solidFill>
                      <a:prstClr val="black"/>
                    </a:solidFill>
                    <a:effectLst/>
                    <a:uLnTx/>
                    <a:uFillTx/>
                    <a:latin typeface="Corbel" panose="020B0503020204020204"/>
                    <a:ea typeface="+mn-ea"/>
                    <a:cs typeface="+mn-cs"/>
                  </a:rPr>
                  <a:t>Consideremos la función de costes c(y) = </a:t>
                </a:r>
                <a14:m>
                  <m:oMath xmlns:m="http://schemas.openxmlformats.org/officeDocument/2006/math">
                    <m:sSup>
                      <m:sSupPr>
                        <m:ctrlPr>
                          <a:rPr kumimoji="0" lang="es-E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m:rPr>
                            <m:nor/>
                          </m:rPr>
                          <a:rPr lang="es-ES" sz="2800" b="1" dirty="0">
                            <a:solidFill>
                              <a:prstClr val="black"/>
                            </a:solidFill>
                          </a:rPr>
                          <m:t>y</m:t>
                        </m:r>
                      </m:e>
                      <m:sup>
                        <m:r>
                          <a:rPr kumimoji="0" lang="en-U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sup>
                    </m:sSup>
                  </m:oMath>
                </a14:m>
                <a:r>
                  <a:rPr kumimoji="0" lang="es-ES" sz="2800" b="1" i="0" u="none" strike="noStrike" kern="1200" cap="none" spc="0" normalizeH="0" baseline="0" noProof="0" dirty="0">
                    <a:ln>
                      <a:noFill/>
                    </a:ln>
                    <a:solidFill>
                      <a:prstClr val="black"/>
                    </a:solidFill>
                    <a:effectLst/>
                    <a:uLnTx/>
                    <a:uFillTx/>
                    <a:latin typeface="Corbel" panose="020B0503020204020204"/>
                    <a:ea typeface="+mn-ea"/>
                    <a:cs typeface="+mn-cs"/>
                  </a:rPr>
                  <a:t> + 1. Determine las distintas curvas de costos y grafique:</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 sz="20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228605" y="1195741"/>
                <a:ext cx="11928963" cy="1300484"/>
              </a:xfrm>
              <a:prstGeom prst="rect">
                <a:avLst/>
              </a:prstGeom>
              <a:blipFill>
                <a:blip r:embed="rId3"/>
                <a:stretch>
                  <a:fillRect l="-920" t="-3286" r="-1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9868819-4D89-35F5-DD57-444358D3A820}"/>
                  </a:ext>
                </a:extLst>
              </p:cNvPr>
              <p:cNvSpPr txBox="1"/>
              <p:nvPr/>
            </p:nvSpPr>
            <p:spPr>
              <a:xfrm>
                <a:off x="4203626" y="2197873"/>
                <a:ext cx="1928862" cy="259365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m:oMathPara>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s-E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oMath>
                </a14:m>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    = </a:t>
                </a:r>
                <a:r>
                  <a:rPr kumimoji="0" lang="en-US" sz="2400" b="0" i="1" u="none" strike="noStrike" kern="1200" cap="none" spc="0" normalizeH="0" baseline="0" noProof="0" dirty="0">
                    <a:ln>
                      <a:noFill/>
                    </a:ln>
                    <a:solidFill>
                      <a:prstClr val="black"/>
                    </a:solidFill>
                    <a:effectLst/>
                    <a:uLnTx/>
                    <a:uFillTx/>
                    <a:latin typeface="Corbel" panose="020B0503020204020204"/>
                    <a:ea typeface="+mn-ea"/>
                    <a:cs typeface="+mn-cs"/>
                  </a:rPr>
                  <a: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1 / </a:t>
                </a:r>
                <a:r>
                  <a:rPr kumimoji="0" lang="en-US" sz="2400" b="0" i="1" u="none" strike="noStrike" kern="1200" cap="none" spc="0" normalizeH="0" baseline="0" noProof="0" dirty="0">
                    <a:ln>
                      <a:noFill/>
                    </a:ln>
                    <a:solidFill>
                      <a:prstClr val="black"/>
                    </a:solidFill>
                    <a:effectLst/>
                    <a:uLnTx/>
                    <a:uFillTx/>
                    <a:latin typeface="Corbel" panose="020B0503020204020204"/>
                    <a:ea typeface="+mn-ea"/>
                    <a:cs typeface="+mn-cs"/>
                  </a:rPr>
                  <a: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Y+ (1/</a:t>
                </a:r>
                <a:r>
                  <a:rPr kumimoji="0" lang="en-US" sz="2400" b="0" i="1" u="none" strike="noStrike" kern="1200" cap="none" spc="0" normalizeH="0" baseline="0" noProof="0" dirty="0">
                    <a:ln>
                      <a:noFill/>
                    </a:ln>
                    <a:solidFill>
                      <a:prstClr val="black"/>
                    </a:solidFill>
                    <a:effectLst/>
                    <a:uLnTx/>
                    <a:uFillTx/>
                    <a:latin typeface="Corbel" panose="020B0503020204020204"/>
                    <a:ea typeface="+mn-ea"/>
                    <a:cs typeface="+mn-cs"/>
                  </a:rPr>
                  <a:t>y</a:t>
                </a: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2</a:t>
                </a:r>
                <a:r>
                  <a:rPr kumimoji="0" lang="en-US" sz="2400" b="0" i="1" u="none" strike="noStrike" kern="1200" cap="none" spc="0" normalizeH="0" baseline="0" noProof="0" dirty="0">
                    <a:ln>
                      <a:noFill/>
                    </a:ln>
                    <a:solidFill>
                      <a:prstClr val="black"/>
                    </a:solidFill>
                    <a:effectLst/>
                    <a:uLnTx/>
                    <a:uFillTx/>
                    <a:latin typeface="Corbel" panose="020B0503020204020204"/>
                    <a:ea typeface="+mn-ea"/>
                    <a:cs typeface="+mn-cs"/>
                  </a:rPr>
                  <a: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xmlns="">
          <p:sp>
            <p:nvSpPr>
              <p:cNvPr id="4" name="TextBox 3">
                <a:extLst>
                  <a:ext uri="{FF2B5EF4-FFF2-40B4-BE49-F238E27FC236}">
                    <a16:creationId xmlns:a16="http://schemas.microsoft.com/office/drawing/2014/main" id="{39868819-4D89-35F5-DD57-444358D3A820}"/>
                  </a:ext>
                </a:extLst>
              </p:cNvPr>
              <p:cNvSpPr txBox="1">
                <a:spLocks noRot="1" noChangeAspect="1" noMove="1" noResize="1" noEditPoints="1" noAdjustHandles="1" noChangeArrowheads="1" noChangeShapeType="1" noTextEdit="1"/>
              </p:cNvSpPr>
              <p:nvPr/>
            </p:nvSpPr>
            <p:spPr>
              <a:xfrm>
                <a:off x="4203626" y="2197873"/>
                <a:ext cx="1928862" cy="2593659"/>
              </a:xfrm>
              <a:prstGeom prst="rect">
                <a:avLst/>
              </a:prstGeom>
              <a:blipFill>
                <a:blip r:embed="rId4"/>
                <a:stretch>
                  <a:fillRect l="-5063"/>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4555F98-8B56-8B5F-E2ED-9958720AFBDF}"/>
              </a:ext>
            </a:extLst>
          </p:cNvPr>
          <p:cNvSpPr txBox="1"/>
          <p:nvPr/>
        </p:nvSpPr>
        <p:spPr>
          <a:xfrm>
            <a:off x="-104548" y="2197008"/>
            <a:ext cx="4323082" cy="230832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variables:</a:t>
            </a:r>
            <a:endPar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fijos: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variables </a:t>
            </a:r>
            <a:r>
              <a:rPr kumimoji="0" lang="en-US" sz="2400" b="0" i="0" u="none" strike="noStrike" kern="1200" cap="none" spc="0" normalizeH="0" baseline="0" noProof="0" dirty="0" err="1">
                <a:ln>
                  <a:noFill/>
                </a:ln>
                <a:solidFill>
                  <a:srgbClr val="1F497D">
                    <a:lumMod val="75000"/>
                  </a:srgbClr>
                </a:solidFill>
                <a:effectLst/>
                <a:uLnTx/>
                <a:uFillTx/>
                <a:latin typeface="Corbel" panose="020B0503020204020204"/>
                <a:ea typeface="+mn-ea"/>
                <a:cs typeface="+mn-cs"/>
              </a:rPr>
              <a:t>medios</a:t>
            </a: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a:t>
            </a:r>
            <a:r>
              <a:rPr kumimoji="0" lang="en-US" sz="2400" b="0" i="0" u="none" strike="noStrike" kern="1200" cap="none" spc="0" normalizeH="0" baseline="0" noProof="0" dirty="0" err="1">
                <a:ln>
                  <a:noFill/>
                </a:ln>
                <a:solidFill>
                  <a:srgbClr val="1F497D">
                    <a:lumMod val="75000"/>
                  </a:srgbClr>
                </a:solidFill>
                <a:effectLst/>
                <a:uLnTx/>
                <a:uFillTx/>
                <a:latin typeface="Corbel" panose="020B0503020204020204"/>
                <a:ea typeface="+mn-ea"/>
                <a:cs typeface="+mn-cs"/>
              </a:rPr>
              <a:t>fijos</a:t>
            </a: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 </a:t>
            </a:r>
            <a:r>
              <a:rPr kumimoji="0" lang="en-US" sz="2400" b="0" i="0" u="none" strike="noStrike" kern="1200" cap="none" spc="0" normalizeH="0" baseline="0" noProof="0" dirty="0" err="1">
                <a:ln>
                  <a:noFill/>
                </a:ln>
                <a:solidFill>
                  <a:srgbClr val="1F497D">
                    <a:lumMod val="75000"/>
                  </a:srgbClr>
                </a:solidFill>
                <a:effectLst/>
                <a:uLnTx/>
                <a:uFillTx/>
                <a:latin typeface="Corbel" panose="020B0503020204020204"/>
                <a:ea typeface="+mn-ea"/>
                <a:cs typeface="+mn-cs"/>
              </a:rPr>
              <a:t>medios</a:t>
            </a: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a:t>
            </a:r>
            <a:r>
              <a:rPr kumimoji="0" lang="en-US" sz="2400" b="0" i="0" u="none" strike="noStrike" kern="1200" cap="none" spc="0" normalizeH="0" baseline="0" noProof="0" dirty="0" err="1">
                <a:ln>
                  <a:noFill/>
                </a:ln>
                <a:solidFill>
                  <a:srgbClr val="1F497D">
                    <a:lumMod val="75000"/>
                  </a:srgbClr>
                </a:solidFill>
                <a:effectLst/>
                <a:uLnTx/>
                <a:uFillTx/>
                <a:latin typeface="Corbel" panose="020B0503020204020204"/>
                <a:ea typeface="+mn-ea"/>
                <a:cs typeface="+mn-cs"/>
              </a:rPr>
              <a:t>medios</a:t>
            </a: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Costos </a:t>
            </a:r>
            <a:r>
              <a:rPr kumimoji="0" lang="en-US" sz="2400" b="0" i="0" u="none" strike="noStrike" kern="1200" cap="none" spc="0" normalizeH="0" baseline="0" noProof="0" dirty="0" err="1">
                <a:ln>
                  <a:noFill/>
                </a:ln>
                <a:solidFill>
                  <a:srgbClr val="1F497D">
                    <a:lumMod val="75000"/>
                  </a:srgbClr>
                </a:solidFill>
                <a:effectLst/>
                <a:uLnTx/>
                <a:uFillTx/>
                <a:latin typeface="Corbel" panose="020B0503020204020204"/>
                <a:ea typeface="+mn-ea"/>
                <a:cs typeface="+mn-cs"/>
              </a:rPr>
              <a:t>marginales</a:t>
            </a:r>
            <a:r>
              <a:rPr kumimoji="0" lang="en-US" sz="2400" b="0" i="0" u="none" strike="noStrike" kern="1200" cap="none" spc="0" normalizeH="0" baseline="0" noProof="0" dirty="0">
                <a:ln>
                  <a:noFill/>
                </a:ln>
                <a:solidFill>
                  <a:srgbClr val="1F497D">
                    <a:lumMod val="75000"/>
                  </a:srgbClr>
                </a:solidFill>
                <a:effectLst/>
                <a:uLnTx/>
                <a:uFillTx/>
                <a:latin typeface="Corbel" panose="020B0503020204020204"/>
                <a:ea typeface="+mn-ea"/>
                <a:cs typeface="+mn-cs"/>
              </a:rPr>
              <a:t>:</a:t>
            </a:r>
          </a:p>
        </p:txBody>
      </p:sp>
      <p:grpSp>
        <p:nvGrpSpPr>
          <p:cNvPr id="5" name="Group 4">
            <a:extLst>
              <a:ext uri="{FF2B5EF4-FFF2-40B4-BE49-F238E27FC236}">
                <a16:creationId xmlns:a16="http://schemas.microsoft.com/office/drawing/2014/main" id="{73FF1E9D-95D9-B7B0-64A0-8B5BD9725144}"/>
              </a:ext>
            </a:extLst>
          </p:cNvPr>
          <p:cNvGrpSpPr/>
          <p:nvPr/>
        </p:nvGrpSpPr>
        <p:grpSpPr>
          <a:xfrm>
            <a:off x="816115" y="4572781"/>
            <a:ext cx="5316373" cy="1933030"/>
            <a:chOff x="816115" y="4572781"/>
            <a:chExt cx="5316373" cy="193303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87340F7-E937-C82C-5243-C4D0B9145CD9}"/>
                    </a:ext>
                  </a:extLst>
                </p:cNvPr>
                <p:cNvSpPr txBox="1"/>
                <p:nvPr/>
              </p:nvSpPr>
              <p:spPr>
                <a:xfrm>
                  <a:off x="816115" y="4572781"/>
                  <a:ext cx="5316373" cy="19330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La curva CME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alcanza</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su</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mínimo</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en</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el</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punto </a:t>
                  </a:r>
                  <a:r>
                    <a:rPr kumimoji="0" lang="en-US" sz="1800" b="1" i="0" u="none" strike="noStrike" kern="1200" cap="none" spc="0" normalizeH="0" baseline="0" noProof="0" dirty="0" err="1">
                      <a:ln>
                        <a:noFill/>
                      </a:ln>
                      <a:solidFill>
                        <a:prstClr val="black"/>
                      </a:solidFill>
                      <a:effectLst/>
                      <a:uLnTx/>
                      <a:uFillTx/>
                      <a:latin typeface="Corbel" panose="020B0503020204020204"/>
                      <a:ea typeface="+mn-ea"/>
                      <a:cs typeface="+mn-cs"/>
                    </a:rPr>
                    <a:t>en</a:t>
                  </a: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 que: </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𝑪𝑴𝑬</m:t>
                        </m:r>
                        <m:r>
                          <a:rPr kumimoji="0" lang="en-US" sz="1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𝑪𝑴𝑮</m:t>
                        </m:r>
                      </m:oMath>
                    </m:oMathPara>
                  </a14:m>
                  <a:endParaRPr kumimoji="0" lang="en-US" sz="1600" b="1"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f>
                          <m:fPr>
                            <m:ctrlP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den>
                        </m:f>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oMath>
                    </m:oMathPara>
                  </a14:m>
                  <a:endPar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p>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r>
                    <a:rPr kumimoji="0" lang="en-US" sz="1600" b="0" i="1" u="none" strike="noStrike" kern="1200" cap="none" spc="0" normalizeH="0" baseline="0" noProof="0" dirty="0">
                      <a:ln>
                        <a:noFill/>
                      </a:ln>
                      <a:solidFill>
                        <a:prstClr val="black"/>
                      </a:solidFill>
                      <a:effectLst/>
                      <a:uLnTx/>
                      <a:uFillTx/>
                      <a:latin typeface="Corbel" panose="020B0503020204020204"/>
                      <a:ea typeface="+mn-ea"/>
                      <a:cs typeface="+mn-cs"/>
                    </a:rPr>
                    <a:t>= </a:t>
                  </a:r>
                  <a14:m>
                    <m:oMath xmlns:m="http://schemas.openxmlformats.org/officeDocument/2006/math">
                      <m:sSup>
                        <m:sSupPr>
                          <m:ctrlP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p>
                          <m:r>
                            <a:rPr kumimoji="0" lang="en-US" sz="1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oMath>
                  </a14:m>
                  <a:endParaRPr kumimoji="0" lang="en-US" sz="1600" b="0" i="1"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1=y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p:sp>
              <p:nvSpPr>
                <p:cNvPr id="3" name="TextBox 2">
                  <a:extLst>
                    <a:ext uri="{FF2B5EF4-FFF2-40B4-BE49-F238E27FC236}">
                      <a16:creationId xmlns:a16="http://schemas.microsoft.com/office/drawing/2014/main" id="{987340F7-E937-C82C-5243-C4D0B9145CD9}"/>
                    </a:ext>
                  </a:extLst>
                </p:cNvPr>
                <p:cNvSpPr txBox="1">
                  <a:spLocks noRot="1" noChangeAspect="1" noMove="1" noResize="1" noEditPoints="1" noAdjustHandles="1" noChangeArrowheads="1" noChangeShapeType="1" noTextEdit="1"/>
                </p:cNvSpPr>
                <p:nvPr/>
              </p:nvSpPr>
              <p:spPr>
                <a:xfrm>
                  <a:off x="816115" y="4572781"/>
                  <a:ext cx="5316373" cy="1933030"/>
                </a:xfrm>
                <a:prstGeom prst="rect">
                  <a:avLst/>
                </a:prstGeom>
                <a:blipFill>
                  <a:blip r:embed="rId5"/>
                  <a:stretch>
                    <a:fillRect l="-1032" t="-1577" r="-126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2ACC5BE-A46A-3C49-8210-A95AAD3CB38A}"/>
                </a:ext>
              </a:extLst>
            </p:cNvPr>
            <p:cNvSpPr txBox="1"/>
            <p:nvPr/>
          </p:nvSpPr>
          <p:spPr>
            <a:xfrm>
              <a:off x="2687662" y="5561325"/>
              <a:ext cx="2036738"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Corbel" panose="020B0503020204020204"/>
                  <a:ea typeface="+mn-ea"/>
                  <a:cs typeface="+mn-cs"/>
                </a:rPr>
                <a:t>Cmg</a:t>
              </a:r>
              <a:r>
                <a:rPr kumimoji="0" lang="en-US" sz="2000" b="0" i="0" u="none" strike="noStrike" kern="1200" cap="none" spc="0" normalizeH="0" baseline="0" noProof="0" dirty="0">
                  <a:ln>
                    <a:noFill/>
                  </a:ln>
                  <a:solidFill>
                    <a:prstClr val="black"/>
                  </a:solidFill>
                  <a:effectLst/>
                  <a:uLnTx/>
                  <a:uFillTx/>
                  <a:latin typeface="Corbel" panose="020B0503020204020204"/>
                  <a:ea typeface="+mn-ea"/>
                  <a:cs typeface="+mn-cs"/>
                </a:rPr>
                <a:t>=2(1)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black"/>
                  </a:solidFill>
                  <a:effectLst/>
                  <a:uLnTx/>
                  <a:uFillTx/>
                  <a:latin typeface="Corbel" panose="020B0503020204020204"/>
                  <a:ea typeface="+mn-ea"/>
                  <a:cs typeface="+mn-cs"/>
                </a:rPr>
                <a:t>Cmg</a:t>
              </a:r>
              <a:r>
                <a:rPr kumimoji="0" lang="en-US" sz="2000" b="1" i="0" u="none" strike="noStrike" kern="1200" cap="none" spc="0" normalizeH="0" baseline="0" noProof="0" dirty="0">
                  <a:ln>
                    <a:noFill/>
                  </a:ln>
                  <a:solidFill>
                    <a:prstClr val="black"/>
                  </a:solidFill>
                  <a:effectLst/>
                  <a:uLnTx/>
                  <a:uFillTx/>
                  <a:latin typeface="Corbel" panose="020B0503020204020204"/>
                  <a:ea typeface="+mn-ea"/>
                  <a:cs typeface="+mn-cs"/>
                </a:rPr>
                <a:t>=2</a:t>
              </a:r>
            </a:p>
          </p:txBody>
        </p:sp>
      </p:grpSp>
      <p:grpSp>
        <p:nvGrpSpPr>
          <p:cNvPr id="43" name="Group 42">
            <a:extLst>
              <a:ext uri="{FF2B5EF4-FFF2-40B4-BE49-F238E27FC236}">
                <a16:creationId xmlns:a16="http://schemas.microsoft.com/office/drawing/2014/main" id="{B0A7F0B8-DD6D-D675-F1BA-87A988C7767E}"/>
              </a:ext>
            </a:extLst>
          </p:cNvPr>
          <p:cNvGrpSpPr/>
          <p:nvPr/>
        </p:nvGrpSpPr>
        <p:grpSpPr>
          <a:xfrm>
            <a:off x="7015722" y="1642261"/>
            <a:ext cx="4825627" cy="4251684"/>
            <a:chOff x="6196572" y="1642261"/>
            <a:chExt cx="4825627" cy="4251684"/>
          </a:xfrm>
        </p:grpSpPr>
        <p:sp>
          <p:nvSpPr>
            <p:cNvPr id="31" name="Arc 30">
              <a:extLst>
                <a:ext uri="{FF2B5EF4-FFF2-40B4-BE49-F238E27FC236}">
                  <a16:creationId xmlns:a16="http://schemas.microsoft.com/office/drawing/2014/main" id="{59C8D5C7-BA53-3347-D437-341F45A78BE2}"/>
                </a:ext>
              </a:extLst>
            </p:cNvPr>
            <p:cNvSpPr/>
            <p:nvPr/>
          </p:nvSpPr>
          <p:spPr>
            <a:xfrm rot="6450072">
              <a:off x="7456535" y="1826869"/>
              <a:ext cx="2346362" cy="1977146"/>
            </a:xfrm>
            <a:prstGeom prst="arc">
              <a:avLst>
                <a:gd name="adj1" fmla="val 15753240"/>
                <a:gd name="adj2" fmla="val 573409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nvGrpSpPr>
            <p:cNvPr id="42" name="Group 41">
              <a:extLst>
                <a:ext uri="{FF2B5EF4-FFF2-40B4-BE49-F238E27FC236}">
                  <a16:creationId xmlns:a16="http://schemas.microsoft.com/office/drawing/2014/main" id="{7D96A61D-6B97-EF69-D9B5-D591102D1D6A}"/>
                </a:ext>
              </a:extLst>
            </p:cNvPr>
            <p:cNvGrpSpPr/>
            <p:nvPr/>
          </p:nvGrpSpPr>
          <p:grpSpPr>
            <a:xfrm>
              <a:off x="6196572" y="2356220"/>
              <a:ext cx="4825627" cy="3537725"/>
              <a:chOff x="6061001" y="2089407"/>
              <a:chExt cx="4825627" cy="3537725"/>
            </a:xfrm>
          </p:grpSpPr>
          <p:sp>
            <p:nvSpPr>
              <p:cNvPr id="18" name="TextBox 17">
                <a:extLst>
                  <a:ext uri="{FF2B5EF4-FFF2-40B4-BE49-F238E27FC236}">
                    <a16:creationId xmlns:a16="http://schemas.microsoft.com/office/drawing/2014/main" id="{E0F484DB-5A14-35FA-7A1A-0D46E6D50B23}"/>
                  </a:ext>
                </a:extLst>
              </p:cNvPr>
              <p:cNvSpPr txBox="1"/>
              <p:nvPr/>
            </p:nvSpPr>
            <p:spPr>
              <a:xfrm>
                <a:off x="6061001" y="2122631"/>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rbel" panose="020B0503020204020204"/>
                    <a:ea typeface="+mn-ea"/>
                    <a:cs typeface="+mn-cs"/>
                  </a:rPr>
                  <a:t>costos</a:t>
                </a: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9" name="TextBox 18">
                <a:extLst>
                  <a:ext uri="{FF2B5EF4-FFF2-40B4-BE49-F238E27FC236}">
                    <a16:creationId xmlns:a16="http://schemas.microsoft.com/office/drawing/2014/main" id="{467EFBC4-4112-F9A3-F0F5-38EABA83790B}"/>
                  </a:ext>
                </a:extLst>
              </p:cNvPr>
              <p:cNvSpPr txBox="1"/>
              <p:nvPr/>
            </p:nvSpPr>
            <p:spPr>
              <a:xfrm>
                <a:off x="10338950" y="5257800"/>
                <a:ext cx="448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y</a:t>
                </a:r>
              </a:p>
            </p:txBody>
          </p:sp>
          <p:cxnSp>
            <p:nvCxnSpPr>
              <p:cNvPr id="21" name="Straight Arrow Connector 20">
                <a:extLst>
                  <a:ext uri="{FF2B5EF4-FFF2-40B4-BE49-F238E27FC236}">
                    <a16:creationId xmlns:a16="http://schemas.microsoft.com/office/drawing/2014/main" id="{458D515F-0748-7D54-2529-518AD71A7ACE}"/>
                  </a:ext>
                </a:extLst>
              </p:cNvPr>
              <p:cNvCxnSpPr>
                <a:endCxn id="19" idx="0"/>
              </p:cNvCxnSpPr>
              <p:nvPr/>
            </p:nvCxnSpPr>
            <p:spPr>
              <a:xfrm>
                <a:off x="6889676" y="5247614"/>
                <a:ext cx="3673549" cy="10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F1B1C6B-984F-CB16-BC16-6329E1350187}"/>
                  </a:ext>
                </a:extLst>
              </p:cNvPr>
              <p:cNvCxnSpPr/>
              <p:nvPr/>
            </p:nvCxnSpPr>
            <p:spPr>
              <a:xfrm flipV="1">
                <a:off x="6889676" y="2197873"/>
                <a:ext cx="0" cy="30497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1CE5FF-6DCD-E8F0-88AF-8D20E435B1C6}"/>
                  </a:ext>
                </a:extLst>
              </p:cNvPr>
              <p:cNvCxnSpPr>
                <a:cxnSpLocks/>
              </p:cNvCxnSpPr>
              <p:nvPr/>
            </p:nvCxnSpPr>
            <p:spPr>
              <a:xfrm flipV="1">
                <a:off x="6889676" y="2388141"/>
                <a:ext cx="2308152" cy="2859473"/>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32984F9-AC81-C9CF-270F-135AEC27F67F}"/>
                  </a:ext>
                </a:extLst>
              </p:cNvPr>
              <p:cNvCxnSpPr>
                <a:cxnSpLocks/>
              </p:cNvCxnSpPr>
              <p:nvPr/>
            </p:nvCxnSpPr>
            <p:spPr>
              <a:xfrm flipV="1">
                <a:off x="6886008" y="3115151"/>
                <a:ext cx="3051668" cy="2122277"/>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55EDC28-B41B-A0B5-F529-2C79FE9F22F3}"/>
                  </a:ext>
                </a:extLst>
              </p:cNvPr>
              <p:cNvSpPr txBox="1"/>
              <p:nvPr/>
            </p:nvSpPr>
            <p:spPr>
              <a:xfrm>
                <a:off x="7508651" y="2089407"/>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CME</a:t>
                </a:r>
              </a:p>
            </p:txBody>
          </p:sp>
          <p:sp>
            <p:nvSpPr>
              <p:cNvPr id="33" name="TextBox 32">
                <a:extLst>
                  <a:ext uri="{FF2B5EF4-FFF2-40B4-BE49-F238E27FC236}">
                    <a16:creationId xmlns:a16="http://schemas.microsoft.com/office/drawing/2014/main" id="{4715A71B-61D1-4C5C-A3B0-5816F845C885}"/>
                  </a:ext>
                </a:extLst>
              </p:cNvPr>
              <p:cNvSpPr txBox="1"/>
              <p:nvPr/>
            </p:nvSpPr>
            <p:spPr>
              <a:xfrm>
                <a:off x="9085757" y="2105725"/>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CMG</a:t>
                </a:r>
              </a:p>
            </p:txBody>
          </p:sp>
          <p:sp>
            <p:nvSpPr>
              <p:cNvPr id="34" name="TextBox 33">
                <a:extLst>
                  <a:ext uri="{FF2B5EF4-FFF2-40B4-BE49-F238E27FC236}">
                    <a16:creationId xmlns:a16="http://schemas.microsoft.com/office/drawing/2014/main" id="{DCDA71B6-C8EF-02C4-6F47-675266D86D55}"/>
                  </a:ext>
                </a:extLst>
              </p:cNvPr>
              <p:cNvSpPr txBox="1"/>
              <p:nvPr/>
            </p:nvSpPr>
            <p:spPr>
              <a:xfrm>
                <a:off x="9728573" y="3153416"/>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CVME</a:t>
                </a:r>
              </a:p>
            </p:txBody>
          </p:sp>
          <p:cxnSp>
            <p:nvCxnSpPr>
              <p:cNvPr id="36" name="Straight Connector 35">
                <a:extLst>
                  <a:ext uri="{FF2B5EF4-FFF2-40B4-BE49-F238E27FC236}">
                    <a16:creationId xmlns:a16="http://schemas.microsoft.com/office/drawing/2014/main" id="{5DB797E3-9504-7616-045C-26B0D51D8EFA}"/>
                  </a:ext>
                </a:extLst>
              </p:cNvPr>
              <p:cNvCxnSpPr/>
              <p:nvPr/>
            </p:nvCxnSpPr>
            <p:spPr>
              <a:xfrm>
                <a:off x="6886008" y="3680073"/>
                <a:ext cx="1238213" cy="0"/>
              </a:xfrm>
              <a:prstGeom prst="line">
                <a:avLst/>
              </a:prstGeom>
              <a:ln w="19050">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8E4F79C-B883-2F10-B86C-BC2B944FBAED}"/>
                  </a:ext>
                </a:extLst>
              </p:cNvPr>
              <p:cNvCxnSpPr>
                <a:cxnSpLocks/>
              </p:cNvCxnSpPr>
              <p:nvPr/>
            </p:nvCxnSpPr>
            <p:spPr>
              <a:xfrm flipH="1">
                <a:off x="8124221" y="3722743"/>
                <a:ext cx="4652" cy="1514685"/>
              </a:xfrm>
              <a:prstGeom prst="line">
                <a:avLst/>
              </a:prstGeom>
              <a:ln w="19050">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EAD2C7B-641D-DEED-D6B0-3A8E40D1E462}"/>
                  </a:ext>
                </a:extLst>
              </p:cNvPr>
              <p:cNvSpPr txBox="1"/>
              <p:nvPr/>
            </p:nvSpPr>
            <p:spPr>
              <a:xfrm>
                <a:off x="6514592" y="3461031"/>
                <a:ext cx="32743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panose="020B0503020204020204"/>
                    <a:ea typeface="+mn-ea"/>
                    <a:cs typeface="+mn-cs"/>
                  </a:rPr>
                  <a:t>2</a:t>
                </a: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41" name="TextBox 40">
                <a:extLst>
                  <a:ext uri="{FF2B5EF4-FFF2-40B4-BE49-F238E27FC236}">
                    <a16:creationId xmlns:a16="http://schemas.microsoft.com/office/drawing/2014/main" id="{DB9B36EB-19A3-98DC-85E1-CA1BF59C525E}"/>
                  </a:ext>
                </a:extLst>
              </p:cNvPr>
              <p:cNvSpPr txBox="1"/>
              <p:nvPr/>
            </p:nvSpPr>
            <p:spPr>
              <a:xfrm>
                <a:off x="7983130" y="5215325"/>
                <a:ext cx="32743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panose="020B0503020204020204"/>
                    <a:ea typeface="+mn-ea"/>
                    <a:cs typeface="+mn-cs"/>
                  </a:rPr>
                  <a:t>1</a:t>
                </a: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grpSp>
      </p:grpSp>
    </p:spTree>
    <p:extLst>
      <p:ext uri="{BB962C8B-B14F-4D97-AF65-F5344CB8AC3E}">
        <p14:creationId xmlns:p14="http://schemas.microsoft.com/office/powerpoint/2010/main" val="16195689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fade">
                                      <p:cBhvr>
                                        <p:cTn id="20" dur="1000"/>
                                        <p:tgtEl>
                                          <p:spTgt spid="43"/>
                                        </p:tgtEl>
                                      </p:cBhvr>
                                    </p:animEffect>
                                    <p:anim calcmode="lin" valueType="num">
                                      <p:cBhvr>
                                        <p:cTn id="21" dur="1000" fill="hold"/>
                                        <p:tgtEl>
                                          <p:spTgt spid="43"/>
                                        </p:tgtEl>
                                        <p:attrNameLst>
                                          <p:attrName>ppt_x</p:attrName>
                                        </p:attrNameLst>
                                      </p:cBhvr>
                                      <p:tavLst>
                                        <p:tav tm="0">
                                          <p:val>
                                            <p:strVal val="#ppt_x"/>
                                          </p:val>
                                        </p:tav>
                                        <p:tav tm="100000">
                                          <p:val>
                                            <p:strVal val="#ppt_x"/>
                                          </p:val>
                                        </p:tav>
                                      </p:tavLst>
                                    </p:anim>
                                    <p:anim calcmode="lin" valueType="num">
                                      <p:cBhvr>
                                        <p:cTn id="2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C00000"/>
                </a:solidFill>
              </a:rPr>
              <a:t>Ejercicio</a:t>
            </a:r>
            <a:r>
              <a:rPr lang="en-US" b="1" dirty="0">
                <a:solidFill>
                  <a:srgbClr val="C00000"/>
                </a:solidFill>
              </a:rPr>
              <a:t> 2</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204403" y="1785653"/>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545717-1E68-644D-327B-804C14E49689}"/>
                  </a:ext>
                </a:extLst>
              </p:cNvPr>
              <p:cNvSpPr txBox="1"/>
              <p:nvPr/>
            </p:nvSpPr>
            <p:spPr>
              <a:xfrm>
                <a:off x="392993" y="1264713"/>
                <a:ext cx="11056057" cy="256288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Dada la </a:t>
                </a:r>
                <a:r>
                  <a:rPr kumimoji="0" lang="en-US" sz="2400" b="1" i="0" u="none" strike="noStrike" kern="1200" cap="none" spc="0" normalizeH="0" baseline="0" noProof="0" dirty="0" err="1">
                    <a:ln>
                      <a:noFill/>
                    </a:ln>
                    <a:solidFill>
                      <a:prstClr val="black"/>
                    </a:solidFill>
                    <a:effectLst/>
                    <a:uLnTx/>
                    <a:uFillTx/>
                    <a:latin typeface="Corbel" panose="020B0503020204020204"/>
                    <a:ea typeface="+mn-ea"/>
                    <a:cs typeface="+mn-cs"/>
                  </a:rPr>
                  <a:t>función</a:t>
                </a: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2400" b="1" i="0" u="none" strike="noStrike" kern="1200" cap="none" spc="0" normalizeH="0" baseline="0" noProof="0" dirty="0" err="1">
                    <a:ln>
                      <a:noFill/>
                    </a:ln>
                    <a:solidFill>
                      <a:prstClr val="black"/>
                    </a:solidFill>
                    <a:effectLst/>
                    <a:uLnTx/>
                    <a:uFillTx/>
                    <a:latin typeface="Corbel" panose="020B0503020204020204"/>
                    <a:ea typeface="+mn-ea"/>
                    <a:cs typeface="+mn-cs"/>
                  </a:rPr>
                  <a:t>costos</a:t>
                </a: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 C=10</a:t>
                </a:r>
                <a14:m>
                  <m:oMath xmlns:m="http://schemas.openxmlformats.org/officeDocument/2006/math">
                    <m:sSup>
                      <m:sSup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𝒒</m:t>
                        </m:r>
                      </m:e>
                      <m:sup>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sup>
                    </m:sSup>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𝟐𝟎</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𝒒</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𝟗𝟎</m:t>
                    </m:r>
                  </m:oMath>
                </a14:m>
                <a:endPar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black"/>
                    </a:solidFill>
                    <a:effectLst/>
                    <a:uLnTx/>
                    <a:uFillTx/>
                    <a:latin typeface="Corbel" panose="020B0503020204020204"/>
                    <a:ea typeface="+mn-ea"/>
                    <a:cs typeface="+mn-cs"/>
                  </a:rPr>
                  <a:t>Calcule</a:t>
                </a: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 CMG, CVME, CTME, CFME y </a:t>
                </a:r>
                <a:r>
                  <a:rPr kumimoji="0" lang="en-US" sz="2400" b="0" i="0" u="none" strike="noStrike" kern="1200" cap="none" spc="0" normalizeH="0" baseline="0" noProof="0" dirty="0" err="1">
                    <a:ln>
                      <a:noFill/>
                    </a:ln>
                    <a:solidFill>
                      <a:prstClr val="black"/>
                    </a:solidFill>
                    <a:effectLst/>
                    <a:uLnTx/>
                    <a:uFillTx/>
                    <a:latin typeface="Corbel" panose="020B0503020204020204"/>
                    <a:ea typeface="+mn-ea"/>
                    <a:cs typeface="+mn-cs"/>
                  </a:rPr>
                  <a:t>grafique</a:t>
                </a: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xmlns="">
          <p:sp>
            <p:nvSpPr>
              <p:cNvPr id="2" name="TextBox 1">
                <a:extLst>
                  <a:ext uri="{FF2B5EF4-FFF2-40B4-BE49-F238E27FC236}">
                    <a16:creationId xmlns:a16="http://schemas.microsoft.com/office/drawing/2014/main" id="{AE545717-1E68-644D-327B-804C14E49689}"/>
                  </a:ext>
                </a:extLst>
              </p:cNvPr>
              <p:cNvSpPr txBox="1">
                <a:spLocks noRot="1" noChangeAspect="1" noMove="1" noResize="1" noEditPoints="1" noAdjustHandles="1" noChangeArrowheads="1" noChangeShapeType="1" noTextEdit="1"/>
              </p:cNvSpPr>
              <p:nvPr/>
            </p:nvSpPr>
            <p:spPr>
              <a:xfrm>
                <a:off x="392993" y="1264713"/>
                <a:ext cx="11056057" cy="2562881"/>
              </a:xfrm>
              <a:prstGeom prst="rect">
                <a:avLst/>
              </a:prstGeom>
              <a:blipFill>
                <a:blip r:embed="rId3"/>
                <a:stretch>
                  <a:fillRect l="-827" t="-14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C04D66B-0FCF-B55D-2436-F8CB1AA3212A}"/>
                  </a:ext>
                </a:extLst>
              </p:cNvPr>
              <p:cNvSpPr txBox="1"/>
              <p:nvPr/>
            </p:nvSpPr>
            <p:spPr>
              <a:xfrm>
                <a:off x="396661" y="2265980"/>
                <a:ext cx="3222839" cy="387061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CMG=</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m:rPr>
                            <m:nor/>
                          </m:rPr>
                          <a:rPr kumimoji="0" lang="en-US" sz="1800" b="0" i="0" u="none" strike="noStrike" kern="1200" cap="none" spc="0" normalizeH="0" baseline="0" noProof="0">
                            <a:ln>
                              <a:noFill/>
                            </a:ln>
                            <a:solidFill>
                              <a:prstClr val="black"/>
                            </a:solidFill>
                            <a:effectLst/>
                            <a:uLnTx/>
                            <a:uFillTx/>
                            <a:latin typeface="Corbel" panose="020B0503020204020204"/>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m:t>
                        </m:r>
                      </m:num>
                      <m:den>
                        <m:r>
                          <m:rPr>
                            <m:nor/>
                          </m:rPr>
                          <a:rPr kumimoji="0" lang="en-US" sz="2400" b="0" i="0" u="none" strike="noStrike" kern="1200" cap="none" spc="0" normalizeH="0" baseline="0" noProof="0">
                            <a:ln>
                              <a:noFill/>
                            </a:ln>
                            <a:solidFill>
                              <a:prstClr val="black"/>
                            </a:solidFill>
                            <a:effectLst/>
                            <a:uLnTx/>
                            <a:uFillTx/>
                            <a:latin typeface="Corbel" panose="020B0503020204020204"/>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𝑞</m:t>
                        </m:r>
                      </m:den>
                    </m:f>
                  </m:oMath>
                </a14:m>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=20q+20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CVME= </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𝐶𝑣</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𝑞</m:t>
                        </m:r>
                      </m:den>
                    </m:f>
                  </m:oMath>
                </a14:m>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=10q+20</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CTME= </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𝑞</m:t>
                        </m:r>
                      </m:den>
                    </m:f>
                  </m:oMath>
                </a14:m>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=10q+20+ </a:t>
                </a:r>
                <a14:m>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𝑞</m:t>
                        </m:r>
                      </m:den>
                    </m:f>
                  </m:oMath>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CFME= </a:t>
                </a:r>
                <a14:m>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𝑞</m:t>
                        </m:r>
                      </m:den>
                    </m:f>
                  </m:oMath>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xmlns="">
          <p:sp>
            <p:nvSpPr>
              <p:cNvPr id="3" name="TextBox 2">
                <a:extLst>
                  <a:ext uri="{FF2B5EF4-FFF2-40B4-BE49-F238E27FC236}">
                    <a16:creationId xmlns:a16="http://schemas.microsoft.com/office/drawing/2014/main" id="{FC04D66B-0FCF-B55D-2436-F8CB1AA3212A}"/>
                  </a:ext>
                </a:extLst>
              </p:cNvPr>
              <p:cNvSpPr txBox="1">
                <a:spLocks noRot="1" noChangeAspect="1" noMove="1" noResize="1" noEditPoints="1" noAdjustHandles="1" noChangeArrowheads="1" noChangeShapeType="1" noTextEdit="1"/>
              </p:cNvSpPr>
              <p:nvPr/>
            </p:nvSpPr>
            <p:spPr>
              <a:xfrm>
                <a:off x="396661" y="2265980"/>
                <a:ext cx="3222839" cy="3870611"/>
              </a:xfrm>
              <a:prstGeom prst="rect">
                <a:avLst/>
              </a:prstGeom>
              <a:blipFill>
                <a:blip r:embed="rId4"/>
                <a:stretch>
                  <a:fillRect l="-2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1F6286C-F3A1-C201-F448-40F4F2917C6C}"/>
                  </a:ext>
                </a:extLst>
              </p:cNvPr>
              <p:cNvSpPr txBox="1"/>
              <p:nvPr/>
            </p:nvSpPr>
            <p:spPr>
              <a:xfrm>
                <a:off x="2611462" y="2450242"/>
                <a:ext cx="4803220" cy="38266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CMG=CTME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20q+20= 10q+20+ </a:t>
                </a:r>
                <a14:m>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𝑞</m:t>
                        </m:r>
                      </m:den>
                    </m:f>
                  </m:oMath>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20q-10q= </a:t>
                </a:r>
                <a14:m>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𝑞</m:t>
                        </m:r>
                      </m:den>
                    </m:f>
                  </m:oMath>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10q= </a:t>
                </a:r>
                <a14:m>
                  <m:oMath xmlns:m="http://schemas.openxmlformats.org/officeDocument/2006/math">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90</m:t>
                        </m:r>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𝑞</m:t>
                        </m:r>
                      </m:den>
                    </m:f>
                  </m:oMath>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𝑞</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oMath>
                </a14:m>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rbel" panose="020B0503020204020204"/>
                    <a:ea typeface="+mn-ea"/>
                    <a:cs typeface="+mn-cs"/>
                  </a:rPr>
                  <a:t>q=3</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xmlns="">
          <p:sp>
            <p:nvSpPr>
              <p:cNvPr id="4" name="TextBox 3">
                <a:extLst>
                  <a:ext uri="{FF2B5EF4-FFF2-40B4-BE49-F238E27FC236}">
                    <a16:creationId xmlns:a16="http://schemas.microsoft.com/office/drawing/2014/main" id="{A1F6286C-F3A1-C201-F448-40F4F2917C6C}"/>
                  </a:ext>
                </a:extLst>
              </p:cNvPr>
              <p:cNvSpPr txBox="1">
                <a:spLocks noRot="1" noChangeAspect="1" noMove="1" noResize="1" noEditPoints="1" noAdjustHandles="1" noChangeArrowheads="1" noChangeShapeType="1" noTextEdit="1"/>
              </p:cNvSpPr>
              <p:nvPr/>
            </p:nvSpPr>
            <p:spPr>
              <a:xfrm>
                <a:off x="2611462" y="2450242"/>
                <a:ext cx="4803220" cy="3826689"/>
              </a:xfrm>
              <a:prstGeom prst="rect">
                <a:avLst/>
              </a:prstGeom>
              <a:blipFill>
                <a:blip r:embed="rId5"/>
                <a:stretch>
                  <a:fillRect t="-1274"/>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6133A6F3-366B-9BD3-4DEE-1F08E8B4E7C7}"/>
              </a:ext>
            </a:extLst>
          </p:cNvPr>
          <p:cNvGrpSpPr/>
          <p:nvPr/>
        </p:nvGrpSpPr>
        <p:grpSpPr>
          <a:xfrm>
            <a:off x="7039552" y="900792"/>
            <a:ext cx="5002616" cy="4927344"/>
            <a:chOff x="7039552" y="900792"/>
            <a:chExt cx="5002616" cy="4927344"/>
          </a:xfrm>
        </p:grpSpPr>
        <p:sp>
          <p:nvSpPr>
            <p:cNvPr id="9" name="Arc 8">
              <a:extLst>
                <a:ext uri="{FF2B5EF4-FFF2-40B4-BE49-F238E27FC236}">
                  <a16:creationId xmlns:a16="http://schemas.microsoft.com/office/drawing/2014/main" id="{3931F199-EF62-6CB7-2DA9-EF8996344B29}"/>
                </a:ext>
              </a:extLst>
            </p:cNvPr>
            <p:cNvSpPr/>
            <p:nvPr/>
          </p:nvSpPr>
          <p:spPr>
            <a:xfrm rot="6474285">
              <a:off x="8210978" y="1085400"/>
              <a:ext cx="2346362" cy="1977146"/>
            </a:xfrm>
            <a:prstGeom prst="arc">
              <a:avLst>
                <a:gd name="adj1" fmla="val 15753240"/>
                <a:gd name="adj2" fmla="val 573409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grpSp>
          <p:nvGrpSpPr>
            <p:cNvPr id="5" name="Group 4">
              <a:extLst>
                <a:ext uri="{FF2B5EF4-FFF2-40B4-BE49-F238E27FC236}">
                  <a16:creationId xmlns:a16="http://schemas.microsoft.com/office/drawing/2014/main" id="{CEA4830D-4706-42D4-A334-AB9F527EF3C9}"/>
                </a:ext>
              </a:extLst>
            </p:cNvPr>
            <p:cNvGrpSpPr/>
            <p:nvPr/>
          </p:nvGrpSpPr>
          <p:grpSpPr>
            <a:xfrm>
              <a:off x="7039552" y="1392025"/>
              <a:ext cx="5002616" cy="4436111"/>
              <a:chOff x="7039552" y="1392025"/>
              <a:chExt cx="5002616" cy="4436111"/>
            </a:xfrm>
          </p:grpSpPr>
          <p:grpSp>
            <p:nvGrpSpPr>
              <p:cNvPr id="11" name="Group 10">
                <a:extLst>
                  <a:ext uri="{FF2B5EF4-FFF2-40B4-BE49-F238E27FC236}">
                    <a16:creationId xmlns:a16="http://schemas.microsoft.com/office/drawing/2014/main" id="{FBC70788-5EF3-81A6-FA23-CC9A75138547}"/>
                  </a:ext>
                </a:extLst>
              </p:cNvPr>
              <p:cNvGrpSpPr/>
              <p:nvPr/>
            </p:nvGrpSpPr>
            <p:grpSpPr>
              <a:xfrm>
                <a:off x="7039552" y="1392025"/>
                <a:ext cx="5002616" cy="4436111"/>
                <a:chOff x="6036695" y="1191021"/>
                <a:chExt cx="5002616" cy="4436111"/>
              </a:xfrm>
            </p:grpSpPr>
            <p:sp>
              <p:nvSpPr>
                <p:cNvPr id="13" name="TextBox 12">
                  <a:extLst>
                    <a:ext uri="{FF2B5EF4-FFF2-40B4-BE49-F238E27FC236}">
                      <a16:creationId xmlns:a16="http://schemas.microsoft.com/office/drawing/2014/main" id="{63039EA3-8AE3-999F-E948-18A9162B0A00}"/>
                    </a:ext>
                  </a:extLst>
                </p:cNvPr>
                <p:cNvSpPr txBox="1"/>
                <p:nvPr/>
              </p:nvSpPr>
              <p:spPr>
                <a:xfrm>
                  <a:off x="6036695" y="1382367"/>
                  <a:ext cx="837761" cy="1077218"/>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rPr>
                    <a:t>CMG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rPr>
                    <a:t>CVME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rPr>
                    <a:t>CTME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rbel" panose="020B0503020204020204"/>
                      <a:ea typeface="+mn-ea"/>
                      <a:cs typeface="+mn-cs"/>
                    </a:rPr>
                    <a:t>CFME</a:t>
                  </a:r>
                </a:p>
              </p:txBody>
            </p:sp>
            <p:sp>
              <p:nvSpPr>
                <p:cNvPr id="15" name="TextBox 14">
                  <a:extLst>
                    <a:ext uri="{FF2B5EF4-FFF2-40B4-BE49-F238E27FC236}">
                      <a16:creationId xmlns:a16="http://schemas.microsoft.com/office/drawing/2014/main" id="{E05F16C3-1952-815C-73D6-514211E22A08}"/>
                    </a:ext>
                  </a:extLst>
                </p:cNvPr>
                <p:cNvSpPr txBox="1"/>
                <p:nvPr/>
              </p:nvSpPr>
              <p:spPr>
                <a:xfrm>
                  <a:off x="10338950" y="5257800"/>
                  <a:ext cx="4485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q</a:t>
                  </a:r>
                </a:p>
              </p:txBody>
            </p:sp>
            <p:cxnSp>
              <p:nvCxnSpPr>
                <p:cNvPr id="16" name="Straight Arrow Connector 15">
                  <a:extLst>
                    <a:ext uri="{FF2B5EF4-FFF2-40B4-BE49-F238E27FC236}">
                      <a16:creationId xmlns:a16="http://schemas.microsoft.com/office/drawing/2014/main" id="{6D84A646-0A16-769A-9711-3BCC60F2BC42}"/>
                    </a:ext>
                  </a:extLst>
                </p:cNvPr>
                <p:cNvCxnSpPr>
                  <a:endCxn id="15" idx="0"/>
                </p:cNvCxnSpPr>
                <p:nvPr/>
              </p:nvCxnSpPr>
              <p:spPr>
                <a:xfrm>
                  <a:off x="6889676" y="5247614"/>
                  <a:ext cx="3673549" cy="10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470AA72-C043-1D14-ED5D-41903DCDB34C}"/>
                    </a:ext>
                  </a:extLst>
                </p:cNvPr>
                <p:cNvCxnSpPr>
                  <a:cxnSpLocks/>
                </p:cNvCxnSpPr>
                <p:nvPr/>
              </p:nvCxnSpPr>
              <p:spPr>
                <a:xfrm flipH="1" flipV="1">
                  <a:off x="6886008" y="1493408"/>
                  <a:ext cx="3668" cy="37542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4734264-C756-B316-1581-AFFFE253BF75}"/>
                    </a:ext>
                  </a:extLst>
                </p:cNvPr>
                <p:cNvCxnSpPr>
                  <a:cxnSpLocks/>
                </p:cNvCxnSpPr>
                <p:nvPr/>
              </p:nvCxnSpPr>
              <p:spPr>
                <a:xfrm flipV="1">
                  <a:off x="6889676" y="1493408"/>
                  <a:ext cx="2308152" cy="2859473"/>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1155DD-99E3-99CC-C10A-7563FD9B616C}"/>
                    </a:ext>
                  </a:extLst>
                </p:cNvPr>
                <p:cNvCxnSpPr>
                  <a:cxnSpLocks/>
                </p:cNvCxnSpPr>
                <p:nvPr/>
              </p:nvCxnSpPr>
              <p:spPr>
                <a:xfrm flipV="1">
                  <a:off x="6905871" y="2230604"/>
                  <a:ext cx="3051668" cy="2122277"/>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257EEFE-869F-4A07-E9CA-467807EDEB09}"/>
                    </a:ext>
                  </a:extLst>
                </p:cNvPr>
                <p:cNvSpPr txBox="1"/>
                <p:nvPr/>
              </p:nvSpPr>
              <p:spPr>
                <a:xfrm>
                  <a:off x="9194533" y="1736596"/>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CTME</a:t>
                  </a:r>
                </a:p>
              </p:txBody>
            </p:sp>
            <p:sp>
              <p:nvSpPr>
                <p:cNvPr id="21" name="TextBox 20">
                  <a:extLst>
                    <a:ext uri="{FF2B5EF4-FFF2-40B4-BE49-F238E27FC236}">
                      <a16:creationId xmlns:a16="http://schemas.microsoft.com/office/drawing/2014/main" id="{E30037EE-0E87-7CF1-24CE-6B8954A0F17B}"/>
                    </a:ext>
                  </a:extLst>
                </p:cNvPr>
                <p:cNvSpPr txBox="1"/>
                <p:nvPr/>
              </p:nvSpPr>
              <p:spPr>
                <a:xfrm>
                  <a:off x="9140299" y="1191021"/>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CMG</a:t>
                  </a:r>
                </a:p>
              </p:txBody>
            </p:sp>
            <p:sp>
              <p:nvSpPr>
                <p:cNvPr id="22" name="TextBox 21">
                  <a:extLst>
                    <a:ext uri="{FF2B5EF4-FFF2-40B4-BE49-F238E27FC236}">
                      <a16:creationId xmlns:a16="http://schemas.microsoft.com/office/drawing/2014/main" id="{82944224-F801-3A35-9386-8B52CE6E690D}"/>
                    </a:ext>
                  </a:extLst>
                </p:cNvPr>
                <p:cNvSpPr txBox="1"/>
                <p:nvPr/>
              </p:nvSpPr>
              <p:spPr>
                <a:xfrm>
                  <a:off x="9881256" y="1982809"/>
                  <a:ext cx="115805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CVME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5" name="TextBox 24">
                  <a:extLst>
                    <a:ext uri="{FF2B5EF4-FFF2-40B4-BE49-F238E27FC236}">
                      <a16:creationId xmlns:a16="http://schemas.microsoft.com/office/drawing/2014/main" id="{89DFEC53-CF9A-F89B-4FA0-D3D78EC1C974}"/>
                    </a:ext>
                  </a:extLst>
                </p:cNvPr>
                <p:cNvSpPr txBox="1"/>
                <p:nvPr/>
              </p:nvSpPr>
              <p:spPr>
                <a:xfrm>
                  <a:off x="6449240" y="4051240"/>
                  <a:ext cx="48676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rbel" panose="020B0503020204020204"/>
                      <a:ea typeface="+mn-ea"/>
                      <a:cs typeface="+mn-cs"/>
                    </a:rPr>
                    <a:t>20</a:t>
                  </a: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grpSp>
          <p:sp>
            <p:nvSpPr>
              <p:cNvPr id="32" name="Freeform: Shape 31">
                <a:extLst>
                  <a:ext uri="{FF2B5EF4-FFF2-40B4-BE49-F238E27FC236}">
                    <a16:creationId xmlns:a16="http://schemas.microsoft.com/office/drawing/2014/main" id="{167ED745-F2B6-6177-F191-0330C3643041}"/>
                  </a:ext>
                </a:extLst>
              </p:cNvPr>
              <p:cNvSpPr/>
              <p:nvPr/>
            </p:nvSpPr>
            <p:spPr>
              <a:xfrm>
                <a:off x="8060419" y="1866900"/>
                <a:ext cx="3017537" cy="2855426"/>
              </a:xfrm>
              <a:custGeom>
                <a:avLst/>
                <a:gdLst>
                  <a:gd name="connsiteX0" fmla="*/ 35831 w 1102631"/>
                  <a:gd name="connsiteY0" fmla="*/ 0 h 2276475"/>
                  <a:gd name="connsiteX1" fmla="*/ 131081 w 1102631"/>
                  <a:gd name="connsiteY1" fmla="*/ 1562100 h 2276475"/>
                  <a:gd name="connsiteX2" fmla="*/ 1102631 w 1102631"/>
                  <a:gd name="connsiteY2" fmla="*/ 2276475 h 2276475"/>
                </a:gdLst>
                <a:ahLst/>
                <a:cxnLst>
                  <a:cxn ang="0">
                    <a:pos x="connsiteX0" y="connsiteY0"/>
                  </a:cxn>
                  <a:cxn ang="0">
                    <a:pos x="connsiteX1" y="connsiteY1"/>
                  </a:cxn>
                  <a:cxn ang="0">
                    <a:pos x="connsiteX2" y="connsiteY2"/>
                  </a:cxn>
                </a:cxnLst>
                <a:rect l="l" t="t" r="r" b="b"/>
                <a:pathLst>
                  <a:path w="1102631" h="2276475">
                    <a:moveTo>
                      <a:pt x="35831" y="0"/>
                    </a:moveTo>
                    <a:cubicBezTo>
                      <a:pt x="-5444" y="591343"/>
                      <a:pt x="-46719" y="1182687"/>
                      <a:pt x="131081" y="1562100"/>
                    </a:cubicBezTo>
                    <a:cubicBezTo>
                      <a:pt x="308881" y="1941513"/>
                      <a:pt x="626381" y="2100263"/>
                      <a:pt x="1102631" y="2276475"/>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33" name="TextBox 32">
                <a:extLst>
                  <a:ext uri="{FF2B5EF4-FFF2-40B4-BE49-F238E27FC236}">
                    <a16:creationId xmlns:a16="http://schemas.microsoft.com/office/drawing/2014/main" id="{5785D6EB-6313-0C0E-BD55-40A4C3178E24}"/>
                  </a:ext>
                </a:extLst>
              </p:cNvPr>
              <p:cNvSpPr txBox="1"/>
              <p:nvPr/>
            </p:nvSpPr>
            <p:spPr>
              <a:xfrm>
                <a:off x="10706996" y="4340095"/>
                <a:ext cx="11580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CFME</a:t>
                </a:r>
              </a:p>
            </p:txBody>
          </p:sp>
        </p:grpSp>
      </p:grpSp>
    </p:spTree>
    <p:extLst>
      <p:ext uri="{BB962C8B-B14F-4D97-AF65-F5344CB8AC3E}">
        <p14:creationId xmlns:p14="http://schemas.microsoft.com/office/powerpoint/2010/main" val="96841595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47700" y="1280468"/>
            <a:ext cx="11056057" cy="5416868"/>
          </a:xfrm>
          <a:prstGeom prst="rect">
            <a:avLst/>
          </a:prstGeom>
          <a:noFill/>
        </p:spPr>
        <p:txBody>
          <a:bodyPr wrap="square">
            <a:spAutoFit/>
          </a:bodyPr>
          <a:lstStyle/>
          <a:p>
            <a:pPr marL="457200" indent="-457200" algn="just">
              <a:buFont typeface="Arial" panose="020B0604020202020204" pitchFamily="34" charset="0"/>
              <a:buChar char="•"/>
            </a:pPr>
            <a:r>
              <a:rPr lang="es-ES" sz="2300" dirty="0">
                <a:solidFill>
                  <a:prstClr val="black"/>
                </a:solidFill>
                <a:latin typeface="Corbel" panose="020B0503020204020204"/>
              </a:rPr>
              <a:t>A </a:t>
            </a:r>
            <a:r>
              <a:rPr lang="es-ES" sz="2300" u="sng" dirty="0">
                <a:solidFill>
                  <a:prstClr val="black"/>
                </a:solidFill>
                <a:latin typeface="Corbel" panose="020B0503020204020204"/>
              </a:rPr>
              <a:t>largo plazo, </a:t>
            </a:r>
            <a:r>
              <a:rPr lang="es-ES" sz="2300" dirty="0">
                <a:solidFill>
                  <a:prstClr val="black"/>
                </a:solidFill>
                <a:latin typeface="Corbel" panose="020B0503020204020204"/>
              </a:rPr>
              <a:t>por definición, los costos dejan de ser fijos, ya que </a:t>
            </a:r>
            <a:r>
              <a:rPr lang="es-ES" sz="2300" b="1" dirty="0">
                <a:solidFill>
                  <a:prstClr val="black"/>
                </a:solidFill>
                <a:latin typeface="Corbel" panose="020B0503020204020204"/>
              </a:rPr>
              <a:t>la empresa puede alterar la cantidad que utiliza de cada uno de los factores.</a:t>
            </a:r>
          </a:p>
          <a:p>
            <a:pPr marL="457200" indent="-457200" algn="just">
              <a:buFont typeface="Arial" panose="020B0604020202020204" pitchFamily="34" charset="0"/>
              <a:buChar char="•"/>
            </a:pPr>
            <a:endParaRPr lang="es-ES" sz="2300" b="1" dirty="0">
              <a:solidFill>
                <a:prstClr val="black"/>
              </a:solidFill>
              <a:latin typeface="Corbel" panose="020B0503020204020204"/>
            </a:endParaRPr>
          </a:p>
          <a:p>
            <a:pPr marL="457200" indent="-457200" algn="just">
              <a:buFont typeface="Arial" panose="020B0604020202020204" pitchFamily="34" charset="0"/>
              <a:buChar char="•"/>
            </a:pPr>
            <a:r>
              <a:rPr lang="es-ES" sz="2300" dirty="0">
                <a:solidFill>
                  <a:prstClr val="black"/>
                </a:solidFill>
                <a:latin typeface="Corbel" panose="020B0503020204020204"/>
              </a:rPr>
              <a:t>Sin embargo, a largo si hay </a:t>
            </a:r>
            <a:r>
              <a:rPr lang="es-ES" sz="2300" b="1" dirty="0">
                <a:solidFill>
                  <a:prstClr val="black"/>
                </a:solidFill>
                <a:latin typeface="Corbel" panose="020B0503020204020204"/>
              </a:rPr>
              <a:t>costes casi fijos</a:t>
            </a:r>
            <a:r>
              <a:rPr lang="es-ES" sz="2300" dirty="0">
                <a:solidFill>
                  <a:prstClr val="black"/>
                </a:solidFill>
                <a:latin typeface="Corbel" panose="020B0503020204020204"/>
              </a:rPr>
              <a:t>, que, a </a:t>
            </a:r>
            <a:r>
              <a:rPr lang="es-ES" sz="2300" dirty="0"/>
              <a:t>diferencia de los costes fijos, en los que la empresa incurriría incluso si no produjese nada, los </a:t>
            </a:r>
            <a:r>
              <a:rPr lang="es-ES" sz="2300" b="1" dirty="0"/>
              <a:t>casi fijos</a:t>
            </a:r>
            <a:r>
              <a:rPr lang="es-ES" sz="2300" dirty="0"/>
              <a:t> serían aquellos costes que, aunque no dependen del nivel de producción, </a:t>
            </a:r>
            <a:r>
              <a:rPr lang="es-ES" sz="2300" b="1" dirty="0"/>
              <a:t>la empresa no incurriría en ellos si la producción fuese nula. </a:t>
            </a:r>
            <a:r>
              <a:rPr lang="es-ES" sz="2300" dirty="0"/>
              <a:t>Por definición, en el largo plazo la empresa incurrirá en ellos sólo si decide producir, pero una vez lo hace no dependen del volumen de producción. Por ejemplo, la seguridad social, capacitación </a:t>
            </a:r>
            <a:r>
              <a:rPr lang="es-ES" sz="2300" i="1" dirty="0"/>
              <a:t>(estos costos varían con el número de trabajadores contratados, pero no varían directamente con su producción)</a:t>
            </a:r>
          </a:p>
          <a:p>
            <a:pPr marL="457200" indent="-457200" algn="just">
              <a:buFont typeface="Arial" panose="020B0604020202020204" pitchFamily="34" charset="0"/>
              <a:buChar char="•"/>
            </a:pPr>
            <a:endParaRPr lang="es-ES" sz="2300" u="sng" dirty="0">
              <a:solidFill>
                <a:prstClr val="black"/>
              </a:solidFill>
              <a:latin typeface="Corbel" panose="020B0503020204020204"/>
            </a:endParaRPr>
          </a:p>
          <a:p>
            <a:pPr marL="457200" indent="-457200" algn="just">
              <a:buFont typeface="Arial" panose="020B0604020202020204" pitchFamily="34" charset="0"/>
              <a:buChar char="•"/>
            </a:pPr>
            <a:r>
              <a:rPr lang="es-ES" sz="2300" dirty="0">
                <a:solidFill>
                  <a:prstClr val="black"/>
                </a:solidFill>
                <a:latin typeface="Corbel" panose="020B0503020204020204"/>
              </a:rPr>
              <a:t>Si hay factores casi fijos a largo plazo, </a:t>
            </a:r>
            <a:r>
              <a:rPr lang="es-ES" sz="2300" b="1" dirty="0">
                <a:solidFill>
                  <a:prstClr val="black"/>
                </a:solidFill>
                <a:latin typeface="Corbel" panose="020B0503020204020204"/>
              </a:rPr>
              <a:t>la curva de coste medio tiende a tener forma de U, </a:t>
            </a:r>
            <a:r>
              <a:rPr lang="es-ES" sz="2300" dirty="0">
                <a:solidFill>
                  <a:prstClr val="black"/>
                </a:solidFill>
                <a:latin typeface="Corbel" panose="020B0503020204020204"/>
              </a:rPr>
              <a:t>exactamente igual que a corto plazo, </a:t>
            </a:r>
            <a:r>
              <a:rPr lang="es-ES" sz="2300" u="sng" dirty="0">
                <a:solidFill>
                  <a:prstClr val="black"/>
                </a:solidFill>
                <a:latin typeface="Corbel" panose="020B0503020204020204"/>
              </a:rPr>
              <a:t>pero siempre es posible producir cero unidades a un coste nulo, de acuerdo con la definición de largo plazo.</a:t>
            </a:r>
          </a:p>
          <a:p>
            <a:pPr marL="457200" indent="-457200" algn="just">
              <a:buFont typeface="Arial" panose="020B0604020202020204" pitchFamily="34" charset="0"/>
              <a:buChar char="•"/>
            </a:pPr>
            <a:endParaRPr lang="en-US" sz="2400" u="sng" dirty="0">
              <a:solidFill>
                <a:prstClr val="black"/>
              </a:solidFill>
              <a:latin typeface="Corbel" panose="020B0503020204020204"/>
            </a:endParaRPr>
          </a:p>
        </p:txBody>
      </p:sp>
    </p:spTree>
    <p:extLst>
      <p:ext uri="{BB962C8B-B14F-4D97-AF65-F5344CB8AC3E}">
        <p14:creationId xmlns:p14="http://schemas.microsoft.com/office/powerpoint/2010/main" val="10679782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4524315"/>
          </a:xfrm>
          <a:prstGeom prst="rect">
            <a:avLst/>
          </a:prstGeom>
          <a:noFill/>
        </p:spPr>
        <p:txBody>
          <a:bodyPr wrap="square">
            <a:spAutoFit/>
          </a:bodyPr>
          <a:lstStyle/>
          <a:p>
            <a:pPr marL="342900" indent="-342900" algn="just">
              <a:buFont typeface="Arial" panose="020B0604020202020204" pitchFamily="34" charset="0"/>
              <a:buChar char="•"/>
            </a:pPr>
            <a:r>
              <a:rPr lang="es-ES" sz="2400" dirty="0">
                <a:solidFill>
                  <a:prstClr val="black"/>
                </a:solidFill>
                <a:latin typeface="Corbel" panose="020B0503020204020204"/>
              </a:rPr>
              <a:t>Imaginemos que el factor fijo es el tamaño de la planta, representado por</a:t>
            </a:r>
            <a:r>
              <a:rPr lang="es-ES" sz="2400" i="1" dirty="0">
                <a:solidFill>
                  <a:prstClr val="black"/>
                </a:solidFill>
                <a:latin typeface="Corbel" panose="020B0503020204020204"/>
              </a:rPr>
              <a:t> k</a:t>
            </a:r>
            <a:r>
              <a:rPr lang="es-ES" sz="2400" dirty="0">
                <a:solidFill>
                  <a:prstClr val="black"/>
                </a:solidFill>
                <a:latin typeface="Corbel" panose="020B0503020204020204"/>
              </a:rPr>
              <a:t>. La función de costes a corto plazo de la empresa, dado que tiene una planta de </a:t>
            </a:r>
            <a:r>
              <a:rPr lang="es-ES" sz="2400" i="1" dirty="0">
                <a:solidFill>
                  <a:prstClr val="black"/>
                </a:solidFill>
                <a:latin typeface="Corbel" panose="020B0503020204020204"/>
              </a:rPr>
              <a:t>k</a:t>
            </a:r>
            <a:r>
              <a:rPr lang="es-ES" sz="2400" dirty="0">
                <a:solidFill>
                  <a:prstClr val="black"/>
                </a:solidFill>
                <a:latin typeface="Corbel" panose="020B0503020204020204"/>
              </a:rPr>
              <a:t> metros cuadrados, es </a:t>
            </a:r>
            <a:r>
              <a:rPr lang="es-ES" sz="2400" b="1" dirty="0">
                <a:solidFill>
                  <a:prstClr val="black"/>
                </a:solidFill>
                <a:latin typeface="Corbel" panose="020B0503020204020204"/>
              </a:rPr>
              <a:t>Cs(y, k), </a:t>
            </a:r>
            <a:r>
              <a:rPr lang="es-ES" sz="2400" dirty="0">
                <a:solidFill>
                  <a:prstClr val="black"/>
                </a:solidFill>
                <a:latin typeface="Corbel" panose="020B0503020204020204"/>
              </a:rPr>
              <a:t>donde s representa el “corto plazo”. </a:t>
            </a:r>
          </a:p>
          <a:p>
            <a:pPr marL="342900" indent="-342900" algn="just">
              <a:buFont typeface="Arial" panose="020B0604020202020204" pitchFamily="34" charset="0"/>
              <a:buChar char="•"/>
            </a:pPr>
            <a:r>
              <a:rPr lang="es-ES" sz="2400" dirty="0">
                <a:solidFill>
                  <a:prstClr val="black"/>
                </a:solidFill>
                <a:latin typeface="Corbel" panose="020B0503020204020204"/>
              </a:rPr>
              <a:t>Cualquiera que sea el nivel de producción, habrá algún tamaño de planta óptimo para lograr alcanzarlo; supongamos que es</a:t>
            </a:r>
            <a:r>
              <a:rPr lang="es-ES" sz="2400" u="sng" dirty="0">
                <a:solidFill>
                  <a:prstClr val="black"/>
                </a:solidFill>
                <a:latin typeface="Corbel" panose="020B0503020204020204"/>
              </a:rPr>
              <a:t> k(y). </a:t>
            </a:r>
            <a:r>
              <a:rPr lang="es-ES" sz="2400" dirty="0">
                <a:solidFill>
                  <a:prstClr val="black"/>
                </a:solidFill>
                <a:latin typeface="Corbel" panose="020B0503020204020204"/>
              </a:rPr>
              <a:t>Esta es la demanda condicionada del tamaño de la planta por parte de la empresa en función del nivel de producción.</a:t>
            </a:r>
          </a:p>
          <a:p>
            <a:pPr marL="342900" indent="-342900" algn="just">
              <a:buFont typeface="Arial" panose="020B0604020202020204" pitchFamily="34" charset="0"/>
              <a:buChar char="•"/>
            </a:pPr>
            <a:r>
              <a:rPr lang="es-ES" sz="2400" dirty="0">
                <a:solidFill>
                  <a:prstClr val="black"/>
                </a:solidFill>
                <a:latin typeface="Corbel" panose="020B0503020204020204"/>
              </a:rPr>
              <a:t>En este caso, la función de costes a </a:t>
            </a:r>
            <a:r>
              <a:rPr lang="es-ES" sz="2400" b="1" dirty="0">
                <a:solidFill>
                  <a:prstClr val="black"/>
                </a:solidFill>
                <a:latin typeface="Corbel" panose="020B0503020204020204"/>
              </a:rPr>
              <a:t>largo plazo </a:t>
            </a:r>
            <a:r>
              <a:rPr lang="es-ES" sz="2400" dirty="0">
                <a:solidFill>
                  <a:prstClr val="black"/>
                </a:solidFill>
                <a:latin typeface="Corbel" panose="020B0503020204020204"/>
              </a:rPr>
              <a:t>es </a:t>
            </a:r>
            <a:r>
              <a:rPr lang="es-ES" sz="2400" u="sng" dirty="0">
                <a:solidFill>
                  <a:prstClr val="black"/>
                </a:solidFill>
                <a:latin typeface="Corbel" panose="020B0503020204020204"/>
              </a:rPr>
              <a:t>Cs(y, k(y)) </a:t>
            </a:r>
            <a:r>
              <a:rPr lang="es-ES" sz="2400" dirty="0">
                <a:solidFill>
                  <a:prstClr val="black"/>
                </a:solidFill>
                <a:latin typeface="Corbel" panose="020B0503020204020204"/>
              </a:rPr>
              <a:t>que es el coste total que genera producir la cantidad y, </a:t>
            </a:r>
            <a:r>
              <a:rPr lang="es-ES" sz="2400" u="sng" dirty="0">
                <a:solidFill>
                  <a:prstClr val="black"/>
                </a:solidFill>
                <a:latin typeface="Corbel" panose="020B0503020204020204"/>
              </a:rPr>
              <a:t>dado que la empresa puede ajustar óptimamente el tamaño de su planta. </a:t>
            </a:r>
            <a:r>
              <a:rPr lang="es-ES" sz="2400" dirty="0">
                <a:solidFill>
                  <a:prstClr val="black"/>
                </a:solidFill>
                <a:latin typeface="Corbel" panose="020B0503020204020204"/>
              </a:rPr>
              <a:t>La función de costes a largo plazo de la empresa es simplemente la función de costes a corto plazo evaluada en la elección optima de los factores fijos:</a:t>
            </a:r>
          </a:p>
          <a:p>
            <a:pPr marL="457200" indent="-457200" algn="just">
              <a:buFont typeface="Arial" panose="020B0604020202020204" pitchFamily="34" charset="0"/>
              <a:buChar char="•"/>
            </a:pPr>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4386B6F8-455D-1ED1-12F8-BAB56780C618}"/>
              </a:ext>
            </a:extLst>
          </p:cNvPr>
          <p:cNvPicPr>
            <a:picLocks noChangeAspect="1"/>
          </p:cNvPicPr>
          <p:nvPr/>
        </p:nvPicPr>
        <p:blipFill>
          <a:blip r:embed="rId3"/>
          <a:stretch>
            <a:fillRect/>
          </a:stretch>
        </p:blipFill>
        <p:spPr>
          <a:xfrm>
            <a:off x="5161172" y="5342270"/>
            <a:ext cx="2470027" cy="620379"/>
          </a:xfrm>
          <a:prstGeom prst="rect">
            <a:avLst/>
          </a:prstGeom>
        </p:spPr>
      </p:pic>
    </p:spTree>
    <p:extLst>
      <p:ext uri="{BB962C8B-B14F-4D97-AF65-F5344CB8AC3E}">
        <p14:creationId xmlns:p14="http://schemas.microsoft.com/office/powerpoint/2010/main" val="63716916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289993"/>
            <a:ext cx="10791824" cy="1569660"/>
          </a:xfrm>
          <a:prstGeom prst="rect">
            <a:avLst/>
          </a:prstGeom>
          <a:noFill/>
        </p:spPr>
        <p:txBody>
          <a:bodyPr wrap="square">
            <a:spAutoFit/>
          </a:bodyPr>
          <a:lstStyle/>
          <a:p>
            <a:pPr marL="457200" indent="-457200" algn="just">
              <a:buFont typeface="Arial" panose="020B0604020202020204" pitchFamily="34" charset="0"/>
              <a:buChar char="•"/>
            </a:pPr>
            <a:r>
              <a:rPr lang="es-ES" sz="2400" dirty="0">
                <a:solidFill>
                  <a:prstClr val="black"/>
                </a:solidFill>
                <a:latin typeface="Corbel" panose="020B0503020204020204"/>
              </a:rPr>
              <a:t>Escojamos un nivel de producción </a:t>
            </a:r>
            <a:r>
              <a:rPr lang="es-ES" sz="2400" b="1" dirty="0">
                <a:solidFill>
                  <a:prstClr val="black"/>
                </a:solidFill>
                <a:latin typeface="Corbel" panose="020B0503020204020204"/>
              </a:rPr>
              <a:t>y*  </a:t>
            </a:r>
            <a:r>
              <a:rPr lang="es-ES" sz="2400" dirty="0">
                <a:solidFill>
                  <a:prstClr val="black"/>
                </a:solidFill>
                <a:latin typeface="Corbel" panose="020B0503020204020204"/>
              </a:rPr>
              <a:t>y supongamos que </a:t>
            </a:r>
            <a:r>
              <a:rPr lang="es-ES" sz="2400" b="1" dirty="0">
                <a:solidFill>
                  <a:prstClr val="black"/>
                </a:solidFill>
                <a:latin typeface="Corbel" panose="020B0503020204020204"/>
              </a:rPr>
              <a:t>k* = k(y*) </a:t>
            </a:r>
            <a:r>
              <a:rPr lang="es-ES" sz="2400" dirty="0">
                <a:solidFill>
                  <a:prstClr val="black"/>
                </a:solidFill>
                <a:latin typeface="Corbel" panose="020B0503020204020204"/>
              </a:rPr>
              <a:t>es el tamaño de planta óptima para ese nivel. </a:t>
            </a:r>
          </a:p>
          <a:p>
            <a:pPr marL="457200" indent="-457200" algn="just">
              <a:buFont typeface="Arial" panose="020B0604020202020204" pitchFamily="34" charset="0"/>
              <a:buChar char="•"/>
            </a:pPr>
            <a:r>
              <a:rPr lang="es-ES" sz="2400" dirty="0">
                <a:solidFill>
                  <a:prstClr val="black"/>
                </a:solidFill>
                <a:latin typeface="Corbel" panose="020B0503020204020204"/>
              </a:rPr>
              <a:t>La función de costes a </a:t>
            </a:r>
            <a:r>
              <a:rPr lang="es-ES" sz="2400" b="1" dirty="0">
                <a:solidFill>
                  <a:schemeClr val="tx2"/>
                </a:solidFill>
                <a:latin typeface="Corbel" panose="020B0503020204020204"/>
              </a:rPr>
              <a:t>corto plazo </a:t>
            </a:r>
            <a:r>
              <a:rPr lang="es-ES" sz="2400" dirty="0">
                <a:solidFill>
                  <a:prstClr val="black"/>
                </a:solidFill>
                <a:latin typeface="Corbel" panose="020B0503020204020204"/>
              </a:rPr>
              <a:t>correspondiente a una planta de tamaño k* será </a:t>
            </a:r>
            <a:r>
              <a:rPr lang="es-ES" sz="2400" b="1" dirty="0" err="1">
                <a:solidFill>
                  <a:schemeClr val="tx2"/>
                </a:solidFill>
                <a:latin typeface="Corbel" panose="020B0503020204020204"/>
              </a:rPr>
              <a:t>cs</a:t>
            </a:r>
            <a:r>
              <a:rPr lang="es-ES" sz="2400" b="1" dirty="0">
                <a:solidFill>
                  <a:schemeClr val="tx2"/>
                </a:solidFill>
                <a:latin typeface="Corbel" panose="020B0503020204020204"/>
              </a:rPr>
              <a:t>(y, k*) </a:t>
            </a:r>
            <a:r>
              <a:rPr lang="es-ES" sz="2400" dirty="0">
                <a:solidFill>
                  <a:prstClr val="black"/>
                </a:solidFill>
                <a:latin typeface="Corbel" panose="020B0503020204020204"/>
              </a:rPr>
              <a:t>y a </a:t>
            </a:r>
            <a:r>
              <a:rPr lang="es-ES" sz="2400" b="1" dirty="0">
                <a:solidFill>
                  <a:schemeClr val="accent6">
                    <a:lumMod val="75000"/>
                  </a:schemeClr>
                </a:solidFill>
                <a:latin typeface="Corbel" panose="020B0503020204020204"/>
              </a:rPr>
              <a:t>largo plazo c(y) = </a:t>
            </a:r>
            <a:r>
              <a:rPr lang="es-ES" sz="2400" b="1" dirty="0" err="1">
                <a:solidFill>
                  <a:schemeClr val="accent6">
                    <a:lumMod val="75000"/>
                  </a:schemeClr>
                </a:solidFill>
                <a:latin typeface="Corbel" panose="020B0503020204020204"/>
              </a:rPr>
              <a:t>cs</a:t>
            </a:r>
            <a:r>
              <a:rPr lang="es-ES" sz="2400" b="1" dirty="0">
                <a:solidFill>
                  <a:schemeClr val="accent6">
                    <a:lumMod val="75000"/>
                  </a:schemeClr>
                </a:solidFill>
                <a:latin typeface="Corbel" panose="020B0503020204020204"/>
              </a:rPr>
              <a:t>(y, k(y))</a:t>
            </a:r>
            <a:r>
              <a:rPr lang="es-ES" sz="2400" dirty="0">
                <a:solidFill>
                  <a:prstClr val="black"/>
                </a:solidFill>
                <a:latin typeface="Corbel" panose="020B0503020204020204"/>
              </a:rPr>
              <a:t>.</a:t>
            </a:r>
          </a:p>
        </p:txBody>
      </p:sp>
    </p:spTree>
    <p:extLst>
      <p:ext uri="{BB962C8B-B14F-4D97-AF65-F5344CB8AC3E}">
        <p14:creationId xmlns:p14="http://schemas.microsoft.com/office/powerpoint/2010/main" val="181713152"/>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291607" y="1340611"/>
            <a:ext cx="6781800" cy="4893647"/>
          </a:xfrm>
          <a:prstGeom prst="rect">
            <a:avLst/>
          </a:prstGeom>
          <a:noFill/>
        </p:spPr>
        <p:txBody>
          <a:bodyPr wrap="square">
            <a:spAutoFit/>
          </a:bodyPr>
          <a:lstStyle/>
          <a:p>
            <a:pPr marL="342900" indent="-342900" algn="just">
              <a:buFont typeface="Arial" panose="020B0604020202020204" pitchFamily="34" charset="0"/>
              <a:buChar char="•"/>
            </a:pPr>
            <a:r>
              <a:rPr lang="es-ES" sz="2400" dirty="0">
                <a:solidFill>
                  <a:prstClr val="black"/>
                </a:solidFill>
              </a:rPr>
              <a:t>Si </a:t>
            </a:r>
            <a:r>
              <a:rPr lang="es-ES" sz="2400" b="0" i="0" u="none" strike="noStrike" baseline="0" dirty="0"/>
              <a:t>los costes a corto plazo son siempre mayores que los costes a largo plazo y ambos son iguales en un único nivel de producción, significa que los costes medios a corto plazo y a largo plazo tienen la misma propiedad: </a:t>
            </a:r>
            <a:r>
              <a:rPr lang="es-ES" sz="2400" b="1" i="1" u="none" strike="noStrike" baseline="0" dirty="0" err="1"/>
              <a:t>CMe</a:t>
            </a:r>
            <a:r>
              <a:rPr lang="es-ES" sz="2400" b="1" i="0" u="none" strike="noStrike" baseline="0" dirty="0"/>
              <a:t>(</a:t>
            </a:r>
            <a:r>
              <a:rPr lang="es-ES" sz="2400" b="1" i="1" u="none" strike="noStrike" baseline="0" dirty="0"/>
              <a:t>y</a:t>
            </a:r>
            <a:r>
              <a:rPr lang="es-ES" sz="2400" b="1" i="0" u="none" strike="noStrike" baseline="0" dirty="0"/>
              <a:t>) ≤ </a:t>
            </a:r>
            <a:r>
              <a:rPr lang="es-ES" sz="2400" b="1" i="1" u="none" strike="noStrike" baseline="0" dirty="0" err="1"/>
              <a:t>CMes</a:t>
            </a:r>
            <a:r>
              <a:rPr lang="es-ES" sz="2400" b="1" i="0" u="none" strike="noStrike" baseline="0" dirty="0"/>
              <a:t>(</a:t>
            </a:r>
            <a:r>
              <a:rPr lang="es-ES" sz="2400" b="1" i="1" u="none" strike="noStrike" baseline="0" dirty="0"/>
              <a:t>y, k*</a:t>
            </a:r>
            <a:r>
              <a:rPr lang="es-ES" sz="2400" b="1" i="0" u="none" strike="noStrike" baseline="0" dirty="0"/>
              <a:t>) y </a:t>
            </a:r>
            <a:r>
              <a:rPr lang="es-ES" sz="2400" b="1" i="1" u="none" strike="noStrike" baseline="0" dirty="0" err="1"/>
              <a:t>CMe</a:t>
            </a:r>
            <a:r>
              <a:rPr lang="es-ES" sz="2400" b="1" i="0" u="none" strike="noStrike" baseline="0" dirty="0"/>
              <a:t>(</a:t>
            </a:r>
            <a:r>
              <a:rPr lang="es-ES" sz="2400" b="1" i="1" u="none" strike="noStrike" baseline="0" dirty="0"/>
              <a:t>y*</a:t>
            </a:r>
            <a:r>
              <a:rPr lang="es-ES" sz="2400" b="1" i="0" u="none" strike="noStrike" baseline="0" dirty="0"/>
              <a:t>) = </a:t>
            </a:r>
            <a:r>
              <a:rPr lang="es-ES" sz="2400" b="1" i="1" u="none" strike="noStrike" baseline="0" dirty="0" err="1"/>
              <a:t>CMes</a:t>
            </a:r>
            <a:r>
              <a:rPr lang="es-ES" sz="2400" b="1" i="0" u="none" strike="noStrike" baseline="0" dirty="0"/>
              <a:t>(</a:t>
            </a:r>
            <a:r>
              <a:rPr lang="es-ES" sz="2400" b="1" i="1" u="none" strike="noStrike" baseline="0" dirty="0"/>
              <a:t>y*, k*</a:t>
            </a:r>
            <a:r>
              <a:rPr lang="es-ES" sz="2400" b="1" i="0" u="none" strike="noStrike" baseline="0" dirty="0"/>
              <a:t>). </a:t>
            </a:r>
            <a:r>
              <a:rPr lang="es-ES" sz="2400" b="0" i="0" u="none" strike="noStrike" baseline="0" dirty="0"/>
              <a:t>Esto implica que </a:t>
            </a:r>
            <a:r>
              <a:rPr lang="es-ES" sz="2400" b="0" i="0" u="sng" strike="noStrike" baseline="0" dirty="0"/>
              <a:t>la curva de coste medio a corto plazo siempre se encuentra por encima de la curva de coste medio a largo plazo </a:t>
            </a:r>
            <a:r>
              <a:rPr lang="es-ES" sz="2400" b="0" i="0" u="none" strike="noStrike" baseline="0" dirty="0"/>
              <a:t>y que la toca </a:t>
            </a:r>
            <a:r>
              <a:rPr lang="en-US" sz="2400" b="0" i="0" u="none" strike="noStrike" baseline="0" dirty="0" err="1"/>
              <a:t>en</a:t>
            </a:r>
            <a:r>
              <a:rPr lang="en-US" sz="2400" b="0" i="0" u="none" strike="noStrike" baseline="0" dirty="0"/>
              <a:t> un punto, </a:t>
            </a:r>
            <a:r>
              <a:rPr lang="en-US" sz="2400" b="0" i="1" u="none" strike="noStrike" baseline="0" dirty="0"/>
              <a:t>y</a:t>
            </a:r>
            <a:r>
              <a:rPr lang="en-US" sz="2400" b="0" i="0" u="none" strike="noStrike" baseline="0" dirty="0"/>
              <a:t>*. </a:t>
            </a:r>
            <a:r>
              <a:rPr lang="es-ES" sz="2400" b="0" i="0" u="none" strike="noStrike" baseline="0" dirty="0"/>
              <a:t>Por lo tanto, la curva de coste medio a largo plazo (</a:t>
            </a:r>
            <a:r>
              <a:rPr lang="es-ES" sz="2400" b="0" i="1" u="none" strike="noStrike" baseline="0" dirty="0" err="1"/>
              <a:t>CMeL</a:t>
            </a:r>
            <a:r>
              <a:rPr lang="es-ES" sz="2400" b="0" i="0" u="none" strike="noStrike" baseline="0" dirty="0"/>
              <a:t>) y la curva de coste medio a corto plazo (</a:t>
            </a:r>
            <a:r>
              <a:rPr lang="es-ES" sz="2400" b="0" i="1" u="none" strike="noStrike" baseline="0" dirty="0" err="1"/>
              <a:t>CMeS</a:t>
            </a:r>
            <a:r>
              <a:rPr lang="es-ES" sz="2400" b="0" i="0" u="none" strike="noStrike" baseline="0" dirty="0"/>
              <a:t>) deben ser tangentes en ese punto.</a:t>
            </a:r>
            <a:endParaRPr lang="en-US" sz="2400" dirty="0">
              <a:solidFill>
                <a:prstClr val="black"/>
              </a:solidFill>
            </a:endParaRPr>
          </a:p>
          <a:p>
            <a:pPr marL="457200" indent="-457200" algn="just">
              <a:buFont typeface="Arial" panose="020B0604020202020204" pitchFamily="34" charset="0"/>
              <a:buChar char="•"/>
            </a:pPr>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592DEB9E-AB44-9083-C950-49836D90E30F}"/>
              </a:ext>
            </a:extLst>
          </p:cNvPr>
          <p:cNvPicPr>
            <a:picLocks noChangeAspect="1"/>
          </p:cNvPicPr>
          <p:nvPr/>
        </p:nvPicPr>
        <p:blipFill>
          <a:blip r:embed="rId3"/>
          <a:stretch>
            <a:fillRect/>
          </a:stretch>
        </p:blipFill>
        <p:spPr>
          <a:xfrm>
            <a:off x="7077075" y="1627213"/>
            <a:ext cx="5155921" cy="4480395"/>
          </a:xfrm>
          <a:prstGeom prst="rect">
            <a:avLst/>
          </a:prstGeom>
        </p:spPr>
      </p:pic>
    </p:spTree>
    <p:extLst>
      <p:ext uri="{BB962C8B-B14F-4D97-AF65-F5344CB8AC3E}">
        <p14:creationId xmlns:p14="http://schemas.microsoft.com/office/powerpoint/2010/main" val="278066018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339300" y="1760267"/>
            <a:ext cx="6419849" cy="3046988"/>
          </a:xfrm>
          <a:prstGeom prst="rect">
            <a:avLst/>
          </a:prstGeom>
          <a:noFill/>
        </p:spPr>
        <p:txBody>
          <a:bodyPr wrap="square">
            <a:spAutoFit/>
          </a:bodyPr>
          <a:lstStyle/>
          <a:p>
            <a:pPr marL="457200" indent="-457200" algn="just">
              <a:buFont typeface="Arial" panose="020B0604020202020204" pitchFamily="34" charset="0"/>
              <a:buChar char="•"/>
            </a:pPr>
            <a:r>
              <a:rPr lang="es-ES" sz="2400" dirty="0">
                <a:solidFill>
                  <a:prstClr val="black"/>
                </a:solidFill>
                <a:latin typeface="Corbel" panose="020B0503020204020204"/>
              </a:rPr>
              <a:t>Supongamos que elegimos los niveles de producción y1, y2, …, </a:t>
            </a:r>
            <a:r>
              <a:rPr lang="es-ES" sz="2400" dirty="0" err="1">
                <a:solidFill>
                  <a:prstClr val="black"/>
                </a:solidFill>
                <a:latin typeface="Corbel" panose="020B0503020204020204"/>
              </a:rPr>
              <a:t>yn</a:t>
            </a:r>
            <a:r>
              <a:rPr lang="es-ES" sz="2400" dirty="0">
                <a:solidFill>
                  <a:prstClr val="black"/>
                </a:solidFill>
                <a:latin typeface="Corbel" panose="020B0503020204020204"/>
              </a:rPr>
              <a:t> y los tamaños de planta correspondientes k1 = k(y1), k2 = k(y2), …, </a:t>
            </a:r>
            <a:r>
              <a:rPr lang="es-ES" sz="2400" dirty="0" err="1">
                <a:solidFill>
                  <a:prstClr val="black"/>
                </a:solidFill>
                <a:latin typeface="Corbel" panose="020B0503020204020204"/>
              </a:rPr>
              <a:t>kn</a:t>
            </a:r>
            <a:r>
              <a:rPr lang="es-ES" sz="2400" dirty="0">
                <a:solidFill>
                  <a:prstClr val="black"/>
                </a:solidFill>
                <a:latin typeface="Corbel" panose="020B0503020204020204"/>
              </a:rPr>
              <a:t> = k(</a:t>
            </a:r>
            <a:r>
              <a:rPr lang="es-ES" sz="2400" dirty="0" err="1">
                <a:solidFill>
                  <a:prstClr val="black"/>
                </a:solidFill>
                <a:latin typeface="Corbel" panose="020B0503020204020204"/>
              </a:rPr>
              <a:t>yn</a:t>
            </a:r>
            <a:r>
              <a:rPr lang="es-ES" sz="2400" dirty="0">
                <a:solidFill>
                  <a:prstClr val="black"/>
                </a:solidFill>
                <a:latin typeface="Corbel" panose="020B0503020204020204"/>
              </a:rPr>
              <a:t>). En ese caso, obtenemos un gráfico como este que nos muestra que </a:t>
            </a:r>
            <a:r>
              <a:rPr lang="es-ES" sz="2400" b="1" dirty="0">
                <a:solidFill>
                  <a:prstClr val="black"/>
                </a:solidFill>
                <a:latin typeface="Corbel" panose="020B0503020204020204"/>
              </a:rPr>
              <a:t>la curva de coste medio a largo plazo es la envolvente de las curvas de coste medio a corto plazo.</a:t>
            </a:r>
            <a:endParaRPr lang="en-US" sz="2400" b="1"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00FB2049-4113-D6A4-1B71-BFDBDE6C4EB3}"/>
              </a:ext>
            </a:extLst>
          </p:cNvPr>
          <p:cNvPicPr>
            <a:picLocks noChangeAspect="1"/>
          </p:cNvPicPr>
          <p:nvPr/>
        </p:nvPicPr>
        <p:blipFill>
          <a:blip r:embed="rId3"/>
          <a:stretch>
            <a:fillRect/>
          </a:stretch>
        </p:blipFill>
        <p:spPr>
          <a:xfrm>
            <a:off x="6759149" y="1495656"/>
            <a:ext cx="5432851" cy="4000269"/>
          </a:xfrm>
          <a:prstGeom prst="rect">
            <a:avLst/>
          </a:prstGeom>
        </p:spPr>
      </p:pic>
    </p:spTree>
    <p:extLst>
      <p:ext uri="{BB962C8B-B14F-4D97-AF65-F5344CB8AC3E}">
        <p14:creationId xmlns:p14="http://schemas.microsoft.com/office/powerpoint/2010/main" val="107507972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11973" y="1763209"/>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676400"/>
            <a:ext cx="5153024" cy="3046988"/>
          </a:xfrm>
          <a:prstGeom prst="rect">
            <a:avLst/>
          </a:prstGeom>
          <a:noFill/>
        </p:spPr>
        <p:txBody>
          <a:bodyPr wrap="square">
            <a:spAutoFit/>
          </a:bodyPr>
          <a:lstStyle/>
          <a:p>
            <a:pPr marL="342900" indent="-342900" algn="just">
              <a:buFont typeface="Arial" panose="020B0604020202020204" pitchFamily="34" charset="0"/>
              <a:buChar char="•"/>
            </a:pPr>
            <a:r>
              <a:rPr lang="es-ES" sz="2400" dirty="0">
                <a:solidFill>
                  <a:prstClr val="black"/>
                </a:solidFill>
                <a:latin typeface="Corbel" panose="020B0503020204020204"/>
              </a:rPr>
              <a:t>Supongamos, por ejemplo, que sólo tenemos cuatro opciones, k1, k2, k3 y k4. En este caso, podemos trazar las cuatro curvas de coste medio correspondientes a cada una, donde </a:t>
            </a:r>
            <a:r>
              <a:rPr lang="es-ES" sz="2400" i="1" dirty="0">
                <a:solidFill>
                  <a:prstClr val="black"/>
                </a:solidFill>
                <a:latin typeface="Corbel" panose="020B0503020204020204"/>
              </a:rPr>
              <a:t>la curva de coste a largo plazo es la envolvente inferior de las curvas de corto plazo</a:t>
            </a:r>
            <a:r>
              <a:rPr lang="es-ES" sz="2400" dirty="0">
                <a:solidFill>
                  <a:prstClr val="black"/>
                </a:solidFill>
                <a:latin typeface="Corbel" panose="020B0503020204020204"/>
              </a:rPr>
              <a:t>, igual que antes. </a:t>
            </a:r>
          </a:p>
        </p:txBody>
      </p:sp>
      <p:pic>
        <p:nvPicPr>
          <p:cNvPr id="4" name="Picture 3">
            <a:extLst>
              <a:ext uri="{FF2B5EF4-FFF2-40B4-BE49-F238E27FC236}">
                <a16:creationId xmlns:a16="http://schemas.microsoft.com/office/drawing/2014/main" id="{7951D413-C34E-C6CE-4B46-E0601CAD50A0}"/>
              </a:ext>
            </a:extLst>
          </p:cNvPr>
          <p:cNvPicPr>
            <a:picLocks noChangeAspect="1"/>
          </p:cNvPicPr>
          <p:nvPr/>
        </p:nvPicPr>
        <p:blipFill>
          <a:blip r:embed="rId3"/>
          <a:stretch>
            <a:fillRect/>
          </a:stretch>
        </p:blipFill>
        <p:spPr>
          <a:xfrm>
            <a:off x="6614101" y="1676400"/>
            <a:ext cx="5249115" cy="4200525"/>
          </a:xfrm>
          <a:prstGeom prst="rect">
            <a:avLst/>
          </a:prstGeom>
        </p:spPr>
      </p:pic>
    </p:spTree>
    <p:extLst>
      <p:ext uri="{BB962C8B-B14F-4D97-AF65-F5344CB8AC3E}">
        <p14:creationId xmlns:p14="http://schemas.microsoft.com/office/powerpoint/2010/main" val="3753857986"/>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Las curvas de </a:t>
            </a:r>
            <a:r>
              <a:rPr lang="en-US" b="1" dirty="0" err="1">
                <a:solidFill>
                  <a:srgbClr val="1F497D"/>
                </a:solidFill>
              </a:rPr>
              <a:t>costos</a:t>
            </a:r>
            <a:r>
              <a:rPr lang="en-US" b="1" dirty="0">
                <a:solidFill>
                  <a:srgbClr val="1F497D"/>
                </a:solidFill>
              </a:rPr>
              <a:t> </a:t>
            </a:r>
            <a:r>
              <a:rPr lang="en-US" sz="3600" b="1" i="1" dirty="0">
                <a:solidFill>
                  <a:schemeClr val="accent6">
                    <a:lumMod val="75000"/>
                  </a:schemeClr>
                </a:solidFill>
              </a:rPr>
              <a:t>- largo </a:t>
            </a:r>
            <a:r>
              <a:rPr lang="en-US" sz="3600" b="1" i="1" dirty="0" err="1">
                <a:solidFill>
                  <a:schemeClr val="accent6">
                    <a:lumMod val="75000"/>
                  </a:schemeClr>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19126" y="1670634"/>
            <a:ext cx="5591174" cy="3615382"/>
          </a:xfrm>
          <a:prstGeom prst="rect">
            <a:avLst/>
          </a:prstGeom>
          <a:noFill/>
        </p:spPr>
        <p:txBody>
          <a:bodyPr wrap="square">
            <a:spAutoFit/>
          </a:bodyPr>
          <a:lstStyle/>
          <a:p>
            <a:pPr algn="just"/>
            <a:r>
              <a:rPr lang="es-ES" sz="2800" b="1" i="0" u="none" strike="noStrike" baseline="0" dirty="0">
                <a:latin typeface="Palatino-Bold"/>
              </a:rPr>
              <a:t>Costes marginales a largo plazo</a:t>
            </a:r>
          </a:p>
          <a:p>
            <a:pPr algn="just"/>
            <a:r>
              <a:rPr lang="es-ES" sz="2400" dirty="0">
                <a:solidFill>
                  <a:prstClr val="black"/>
                </a:solidFill>
                <a:latin typeface="Corbel" panose="020B0503020204020204"/>
              </a:rPr>
              <a:t>La curva de coste marginal a largo plazo está formada por los segmentos correspondientes de las curvas de coste marginal a corto plazo. En cada nivel de producción, vemos en qué curva de coste medio a corto plazo nos encontramos y, a continuación, examinamos el coste marginal correspondiente a esa curva.</a:t>
            </a:r>
            <a:endParaRPr lang="en-US" sz="2400" dirty="0">
              <a:solidFill>
                <a:prstClr val="black"/>
              </a:solidFill>
              <a:latin typeface="Corbel" panose="020B0503020204020204"/>
            </a:endParaRPr>
          </a:p>
        </p:txBody>
      </p:sp>
      <p:pic>
        <p:nvPicPr>
          <p:cNvPr id="4" name="Picture 3">
            <a:extLst>
              <a:ext uri="{FF2B5EF4-FFF2-40B4-BE49-F238E27FC236}">
                <a16:creationId xmlns:a16="http://schemas.microsoft.com/office/drawing/2014/main" id="{C88E7B45-5A91-0B20-3DEE-10228C4C26CA}"/>
              </a:ext>
            </a:extLst>
          </p:cNvPr>
          <p:cNvPicPr>
            <a:picLocks noChangeAspect="1"/>
          </p:cNvPicPr>
          <p:nvPr/>
        </p:nvPicPr>
        <p:blipFill>
          <a:blip r:embed="rId3"/>
          <a:stretch>
            <a:fillRect/>
          </a:stretch>
        </p:blipFill>
        <p:spPr>
          <a:xfrm>
            <a:off x="6229273" y="1670634"/>
            <a:ext cx="5468599" cy="4029494"/>
          </a:xfrm>
          <a:prstGeom prst="rect">
            <a:avLst/>
          </a:prstGeom>
        </p:spPr>
      </p:pic>
    </p:spTree>
    <p:extLst>
      <p:ext uri="{BB962C8B-B14F-4D97-AF65-F5344CB8AC3E}">
        <p14:creationId xmlns:p14="http://schemas.microsoft.com/office/powerpoint/2010/main" val="397754399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D85A-0C94-4E1D-1717-1E99ED2465C9}"/>
              </a:ext>
            </a:extLst>
          </p:cNvPr>
          <p:cNvSpPr>
            <a:spLocks noGrp="1"/>
          </p:cNvSpPr>
          <p:nvPr>
            <p:ph type="title"/>
          </p:nvPr>
        </p:nvSpPr>
        <p:spPr/>
        <p:txBody>
          <a:bodyPr>
            <a:normAutofit/>
          </a:bodyPr>
          <a:lstStyle/>
          <a:p>
            <a:pPr algn="ctr"/>
            <a:r>
              <a:rPr lang="en-US" sz="4400" b="1" dirty="0" err="1"/>
              <a:t>Teoría</a:t>
            </a:r>
            <a:r>
              <a:rPr lang="en-US" sz="4400" b="1" dirty="0"/>
              <a:t> </a:t>
            </a:r>
            <a:r>
              <a:rPr lang="en-US" sz="4400" b="1" dirty="0" err="1"/>
              <a:t>Microeconómica</a:t>
            </a:r>
            <a:r>
              <a:rPr lang="en-US" sz="4400" b="1" dirty="0"/>
              <a:t> 1</a:t>
            </a:r>
            <a:endParaRPr lang="en-US" sz="4400" dirty="0"/>
          </a:p>
        </p:txBody>
      </p:sp>
      <p:sp>
        <p:nvSpPr>
          <p:cNvPr id="3" name="Content Placeholder 2">
            <a:extLst>
              <a:ext uri="{FF2B5EF4-FFF2-40B4-BE49-F238E27FC236}">
                <a16:creationId xmlns:a16="http://schemas.microsoft.com/office/drawing/2014/main" id="{1D9DF532-AADA-2DDE-ED2D-E339659E213C}"/>
              </a:ext>
            </a:extLst>
          </p:cNvPr>
          <p:cNvSpPr>
            <a:spLocks noGrp="1"/>
          </p:cNvSpPr>
          <p:nvPr>
            <p:ph idx="1"/>
          </p:nvPr>
        </p:nvSpPr>
        <p:spPr>
          <a:xfrm>
            <a:off x="1202919" y="2267712"/>
            <a:ext cx="9784080" cy="3950208"/>
          </a:xfrm>
        </p:spPr>
        <p:txBody>
          <a:bodyPr>
            <a:normAutofit/>
          </a:bodyPr>
          <a:lstStyle/>
          <a:p>
            <a:r>
              <a:rPr lang="en-US" sz="3800" b="1" dirty="0" err="1"/>
              <a:t>Próxima</a:t>
            </a:r>
            <a:r>
              <a:rPr lang="en-US" sz="3800" b="1" dirty="0"/>
              <a:t> </a:t>
            </a:r>
            <a:r>
              <a:rPr lang="en-US" sz="3800" b="1" dirty="0" err="1"/>
              <a:t>Clase</a:t>
            </a:r>
            <a:r>
              <a:rPr lang="en-US" sz="3800" b="1" dirty="0"/>
              <a:t>: </a:t>
            </a:r>
            <a:r>
              <a:rPr lang="en-US" sz="3800" b="1" dirty="0">
                <a:solidFill>
                  <a:srgbClr val="FFC000"/>
                </a:solidFill>
              </a:rPr>
              <a:t>29 de Julio</a:t>
            </a:r>
            <a:endParaRPr lang="en-US" sz="3800" dirty="0">
              <a:solidFill>
                <a:srgbClr val="FFC000"/>
              </a:solidFill>
            </a:endParaRPr>
          </a:p>
        </p:txBody>
      </p:sp>
    </p:spTree>
    <p:extLst>
      <p:ext uri="{BB962C8B-B14F-4D97-AF65-F5344CB8AC3E}">
        <p14:creationId xmlns:p14="http://schemas.microsoft.com/office/powerpoint/2010/main" val="14818676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12323</TotalTime>
  <Words>1596</Words>
  <Application>Microsoft Office PowerPoint</Application>
  <PresentationFormat>Widescreen</PresentationFormat>
  <Paragraphs>151</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Cambria Math</vt:lpstr>
      <vt:lpstr>Corbel</vt:lpstr>
      <vt:lpstr>Palatino-Bold</vt:lpstr>
      <vt:lpstr>Wingdings</vt:lpstr>
      <vt:lpstr>Banded</vt:lpstr>
      <vt:lpstr>Las curvas de costos</vt:lpstr>
      <vt:lpstr>Clase pasada</vt:lpstr>
      <vt:lpstr>Temas a desarrollar</vt:lpstr>
      <vt:lpstr>Introducción</vt:lpstr>
      <vt:lpstr>Las curvas de costos - corto plazo</vt:lpstr>
      <vt:lpstr>Las curvas de costos - corto plazo</vt:lpstr>
      <vt:lpstr>Las curvas de costos - corto plazo</vt:lpstr>
      <vt:lpstr>Las curvas de costos - corto plazo</vt:lpstr>
      <vt:lpstr>Las curvas de costos - corto plazo</vt:lpstr>
      <vt:lpstr>Ejercicio 1</vt:lpstr>
      <vt:lpstr>Ejercicio 2</vt:lpstr>
      <vt:lpstr>Las curvas de costos - largo plazo</vt:lpstr>
      <vt:lpstr>Las curvas de costos - largo plazo</vt:lpstr>
      <vt:lpstr>Las curvas de costos - largo plazo</vt:lpstr>
      <vt:lpstr>Las curvas de costos - largo plazo</vt:lpstr>
      <vt:lpstr>Las curvas de costos - largo plazo</vt:lpstr>
      <vt:lpstr>Las curvas de costos - largo plazo</vt:lpstr>
      <vt:lpstr>Las curvas de costos - largo plazo</vt:lpstr>
      <vt:lpstr>Teoría Microeconómica 1</vt:lpstr>
    </vt:vector>
  </TitlesOfParts>
  <Company>BCRD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la MaximizaciÓn de la utilidad a la demanda</dc:title>
  <dc:creator>Jessica Aloi Rodriguez</dc:creator>
  <cp:lastModifiedBy>Jessica Aloi Rodriguez</cp:lastModifiedBy>
  <cp:revision>47</cp:revision>
  <dcterms:created xsi:type="dcterms:W3CDTF">2024-05-22T13:25:52Z</dcterms:created>
  <dcterms:modified xsi:type="dcterms:W3CDTF">2024-07-24T14:05:12Z</dcterms:modified>
</cp:coreProperties>
</file>